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8"/>
  </p:notesMasterIdLst>
  <p:sldIdLst>
    <p:sldId id="281" r:id="rId5"/>
    <p:sldId id="264" r:id="rId6"/>
    <p:sldId id="265" r:id="rId7"/>
    <p:sldId id="268" r:id="rId8"/>
    <p:sldId id="267" r:id="rId9"/>
    <p:sldId id="266" r:id="rId10"/>
    <p:sldId id="276" r:id="rId11"/>
    <p:sldId id="277" r:id="rId12"/>
    <p:sldId id="278" r:id="rId13"/>
    <p:sldId id="279" r:id="rId14"/>
    <p:sldId id="257" r:id="rId15"/>
    <p:sldId id="259" r:id="rId16"/>
    <p:sldId id="261" r:id="rId17"/>
    <p:sldId id="262" r:id="rId18"/>
    <p:sldId id="274" r:id="rId19"/>
    <p:sldId id="280" r:id="rId20"/>
    <p:sldId id="270" r:id="rId21"/>
    <p:sldId id="275" r:id="rId22"/>
    <p:sldId id="271" r:id="rId23"/>
    <p:sldId id="272" r:id="rId24"/>
    <p:sldId id="273" r:id="rId25"/>
    <p:sldId id="269" r:id="rId26"/>
    <p:sldId id="26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89" dt="2026-10-28T23:38:11.282"/>
    <p1510:client id="{24B6D6C8-3455-3B1C-F507-7E625FF98027}" v="20" dt="2026-10-28T22:12:10.992"/>
    <p1510:client id="{87948A8C-E4FF-053C-F46C-FBEB4F9F63DC}" v="9" dt="2026-10-28T13:44:45.447"/>
    <p1510:client id="{B4BF27C3-5757-76E3-2AB9-DEFF3E3B12B3}" v="64" dt="2026-10-28T18:22:02.781"/>
    <p1510:client id="{BC6CD54B-02DE-4305-BC48-1D5A5B934EDC}" v="194" dt="2026-10-29T02:21:55.574"/>
    <p1510:client id="{CAC48601-78A8-47C5-8774-48C1E4FA040A}" v="551" dt="2026-10-29T02:25:23.418"/>
    <p1510:client id="{EADFFE67-D7F4-2B45-26C7-E5EA3ABDB49A}" v="7" dt="2026-10-28T17:31:04.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Ái Chinh" userId="S::106220085@sv1.dut.udn.vn::46f12a8c-5992-4234-94f2-8900debf7bdd" providerId="AD" clId="Web-{87948A8C-E4FF-053C-F46C-FBEB4F9F63DC}"/>
    <pc:docChg chg="delSld modSld">
      <pc:chgData name="Nguyễn Ái Chinh" userId="S::106220085@sv1.dut.udn.vn::46f12a8c-5992-4234-94f2-8900debf7bdd" providerId="AD" clId="Web-{87948A8C-E4FF-053C-F46C-FBEB4F9F63DC}" dt="2026-10-28T13:44:45.447" v="8"/>
      <pc:docMkLst>
        <pc:docMk/>
      </pc:docMkLst>
      <pc:sldChg chg="del">
        <pc:chgData name="Nguyễn Ái Chinh" userId="S::106220085@sv1.dut.udn.vn::46f12a8c-5992-4234-94f2-8900debf7bdd" providerId="AD" clId="Web-{87948A8C-E4FF-053C-F46C-FBEB4F9F63DC}" dt="2026-10-28T13:43:11.163" v="0"/>
        <pc:sldMkLst>
          <pc:docMk/>
          <pc:sldMk cId="921910184" sldId="256"/>
        </pc:sldMkLst>
      </pc:sldChg>
      <pc:sldChg chg="del">
        <pc:chgData name="Nguyễn Ái Chinh" userId="S::106220085@sv1.dut.udn.vn::46f12a8c-5992-4234-94f2-8900debf7bdd" providerId="AD" clId="Web-{87948A8C-E4FF-053C-F46C-FBEB4F9F63DC}" dt="2026-10-28T13:43:12.585" v="1"/>
        <pc:sldMkLst>
          <pc:docMk/>
          <pc:sldMk cId="1491123032" sldId="257"/>
        </pc:sldMkLst>
      </pc:sldChg>
      <pc:sldChg chg="del">
        <pc:chgData name="Nguyễn Ái Chinh" userId="S::106220085@sv1.dut.udn.vn::46f12a8c-5992-4234-94f2-8900debf7bdd" providerId="AD" clId="Web-{87948A8C-E4FF-053C-F46C-FBEB4F9F63DC}" dt="2026-10-28T13:43:15.273" v="2"/>
        <pc:sldMkLst>
          <pc:docMk/>
          <pc:sldMk cId="689455757" sldId="258"/>
        </pc:sldMkLst>
      </pc:sldChg>
      <pc:sldChg chg="del">
        <pc:chgData name="Nguyễn Ái Chinh" userId="S::106220085@sv1.dut.udn.vn::46f12a8c-5992-4234-94f2-8900debf7bdd" providerId="AD" clId="Web-{87948A8C-E4FF-053C-F46C-FBEB4F9F63DC}" dt="2026-10-28T13:43:16.507" v="3"/>
        <pc:sldMkLst>
          <pc:docMk/>
          <pc:sldMk cId="1558269017" sldId="259"/>
        </pc:sldMkLst>
      </pc:sldChg>
      <pc:sldChg chg="del">
        <pc:chgData name="Nguyễn Ái Chinh" userId="S::106220085@sv1.dut.udn.vn::46f12a8c-5992-4234-94f2-8900debf7bdd" providerId="AD" clId="Web-{87948A8C-E4FF-053C-F46C-FBEB4F9F63DC}" dt="2026-10-28T13:43:17.335" v="4"/>
        <pc:sldMkLst>
          <pc:docMk/>
          <pc:sldMk cId="1377217103" sldId="260"/>
        </pc:sldMkLst>
      </pc:sldChg>
      <pc:sldChg chg="del">
        <pc:chgData name="Nguyễn Ái Chinh" userId="S::106220085@sv1.dut.udn.vn::46f12a8c-5992-4234-94f2-8900debf7bdd" providerId="AD" clId="Web-{87948A8C-E4FF-053C-F46C-FBEB4F9F63DC}" dt="2026-10-28T13:43:17.960" v="5"/>
        <pc:sldMkLst>
          <pc:docMk/>
          <pc:sldMk cId="1093556639" sldId="261"/>
        </pc:sldMkLst>
      </pc:sldChg>
      <pc:sldChg chg="del">
        <pc:chgData name="Nguyễn Ái Chinh" userId="S::106220085@sv1.dut.udn.vn::46f12a8c-5992-4234-94f2-8900debf7bdd" providerId="AD" clId="Web-{87948A8C-E4FF-053C-F46C-FBEB4F9F63DC}" dt="2026-10-28T13:43:18.757" v="6"/>
        <pc:sldMkLst>
          <pc:docMk/>
          <pc:sldMk cId="1695146219" sldId="262"/>
        </pc:sldMkLst>
      </pc:sldChg>
      <pc:sldChg chg="del">
        <pc:chgData name="Nguyễn Ái Chinh" userId="S::106220085@sv1.dut.udn.vn::46f12a8c-5992-4234-94f2-8900debf7bdd" providerId="AD" clId="Web-{87948A8C-E4FF-053C-F46C-FBEB4F9F63DC}" dt="2026-10-28T13:43:21.226" v="7"/>
        <pc:sldMkLst>
          <pc:docMk/>
          <pc:sldMk cId="337349472" sldId="263"/>
        </pc:sldMkLst>
      </pc:sldChg>
      <pc:sldChg chg="addSp">
        <pc:chgData name="Nguyễn Ái Chinh" userId="S::106220085@sv1.dut.udn.vn::46f12a8c-5992-4234-94f2-8900debf7bdd" providerId="AD" clId="Web-{87948A8C-E4FF-053C-F46C-FBEB4F9F63DC}" dt="2026-10-28T13:44:45.447" v="8"/>
        <pc:sldMkLst>
          <pc:docMk/>
          <pc:sldMk cId="355383496" sldId="264"/>
        </pc:sldMkLst>
        <pc:spChg chg="add">
          <ac:chgData name="Nguyễn Ái Chinh" userId="S::106220085@sv1.dut.udn.vn::46f12a8c-5992-4234-94f2-8900debf7bdd" providerId="AD" clId="Web-{87948A8C-E4FF-053C-F46C-FBEB4F9F63DC}" dt="2026-10-28T13:44:45.447" v="8"/>
          <ac:spMkLst>
            <pc:docMk/>
            <pc:sldMk cId="355383496" sldId="264"/>
            <ac:spMk id="19" creationId="{A63618FC-0539-C347-967B-71D8403A293A}"/>
          </ac:spMkLst>
        </pc:spChg>
        <pc:spChg chg="add">
          <ac:chgData name="Nguyễn Ái Chinh" userId="S::106220085@sv1.dut.udn.vn::46f12a8c-5992-4234-94f2-8900debf7bdd" providerId="AD" clId="Web-{87948A8C-E4FF-053C-F46C-FBEB4F9F63DC}" dt="2026-10-28T13:44:45.447" v="8"/>
          <ac:spMkLst>
            <pc:docMk/>
            <pc:sldMk cId="355383496" sldId="264"/>
            <ac:spMk id="21" creationId="{DC983485-55B9-E5AB-E9ED-75C7C208826E}"/>
          </ac:spMkLst>
        </pc:spChg>
        <pc:picChg chg="add">
          <ac:chgData name="Nguyễn Ái Chinh" userId="S::106220085@sv1.dut.udn.vn::46f12a8c-5992-4234-94f2-8900debf7bdd" providerId="AD" clId="Web-{87948A8C-E4FF-053C-F46C-FBEB4F9F63DC}" dt="2026-10-28T13:44:45.447" v="8"/>
          <ac:picMkLst>
            <pc:docMk/>
            <pc:sldMk cId="355383496" sldId="264"/>
            <ac:picMk id="20" creationId="{BDFF96CC-DC1E-8FDF-E8D9-522FC6D19DF3}"/>
          </ac:picMkLst>
        </pc:picChg>
      </pc:sldChg>
    </pc:docChg>
  </pc:docChgLst>
  <pc:docChgLst>
    <pc:chgData name="Lê Quang Thắng" userId="S::106220111@sv1.dut.udn.vn::3e20b26b-b25a-4cba-b43e-3ef074e8aa8c" providerId="AD" clId="Web-{EADFFE67-D7F4-2B45-26C7-E5EA3ABDB49A}"/>
    <pc:docChg chg="modSld">
      <pc:chgData name="Lê Quang Thắng" userId="S::106220111@sv1.dut.udn.vn::3e20b26b-b25a-4cba-b43e-3ef074e8aa8c" providerId="AD" clId="Web-{EADFFE67-D7F4-2B45-26C7-E5EA3ABDB49A}" dt="2026-10-28T17:31:04.807" v="59"/>
      <pc:docMkLst>
        <pc:docMk/>
      </pc:docMkLst>
      <pc:sldChg chg="addSp delSp">
        <pc:chgData name="Lê Quang Thắng" userId="S::106220111@sv1.dut.udn.vn::3e20b26b-b25a-4cba-b43e-3ef074e8aa8c" providerId="AD" clId="Web-{EADFFE67-D7F4-2B45-26C7-E5EA3ABDB49A}" dt="2026-10-28T17:31:04.807" v="59"/>
        <pc:sldMkLst>
          <pc:docMk/>
          <pc:sldMk cId="1695146219" sldId="262"/>
        </pc:sldMkLst>
        <pc:spChg chg="add del">
          <ac:chgData name="Lê Quang Thắng" userId="S::106220111@sv1.dut.udn.vn::3e20b26b-b25a-4cba-b43e-3ef074e8aa8c" providerId="AD" clId="Web-{EADFFE67-D7F4-2B45-26C7-E5EA3ABDB49A}" dt="2026-10-28T17:31:04.807" v="58"/>
          <ac:spMkLst>
            <pc:docMk/>
            <pc:sldMk cId="1695146219" sldId="262"/>
            <ac:spMk id="2" creationId="{E00D4AF8-3BB2-40E9-83FA-8BA2D7CB74D2}"/>
          </ac:spMkLst>
        </pc:spChg>
        <pc:spChg chg="add del">
          <ac:chgData name="Lê Quang Thắng" userId="S::106220111@sv1.dut.udn.vn::3e20b26b-b25a-4cba-b43e-3ef074e8aa8c" providerId="AD" clId="Web-{EADFFE67-D7F4-2B45-26C7-E5EA3ABDB49A}" dt="2026-10-28T17:31:04.807" v="57"/>
          <ac:spMkLst>
            <pc:docMk/>
            <pc:sldMk cId="1695146219" sldId="262"/>
            <ac:spMk id="3" creationId="{E83D07CD-5F61-41BB-A821-5218B745F7AD}"/>
          </ac:spMkLst>
        </pc:spChg>
        <pc:spChg chg="add del">
          <ac:chgData name="Lê Quang Thắng" userId="S::106220111@sv1.dut.udn.vn::3e20b26b-b25a-4cba-b43e-3ef074e8aa8c" providerId="AD" clId="Web-{EADFFE67-D7F4-2B45-26C7-E5EA3ABDB49A}" dt="2026-10-28T17:31:04.807" v="56"/>
          <ac:spMkLst>
            <pc:docMk/>
            <pc:sldMk cId="1695146219" sldId="262"/>
            <ac:spMk id="5" creationId="{51A43364-E296-44D6-8B61-DAE778153999}"/>
          </ac:spMkLst>
        </pc:spChg>
        <pc:spChg chg="add del">
          <ac:chgData name="Lê Quang Thắng" userId="S::106220111@sv1.dut.udn.vn::3e20b26b-b25a-4cba-b43e-3ef074e8aa8c" providerId="AD" clId="Web-{EADFFE67-D7F4-2B45-26C7-E5EA3ABDB49A}" dt="2026-10-28T17:31:04.807" v="55"/>
          <ac:spMkLst>
            <pc:docMk/>
            <pc:sldMk cId="1695146219" sldId="262"/>
            <ac:spMk id="6" creationId="{F94007A8-266D-4B40-A08A-21A651EF1DC6}"/>
          </ac:spMkLst>
        </pc:spChg>
        <pc:spChg chg="add del">
          <ac:chgData name="Lê Quang Thắng" userId="S::106220111@sv1.dut.udn.vn::3e20b26b-b25a-4cba-b43e-3ef074e8aa8c" providerId="AD" clId="Web-{EADFFE67-D7F4-2B45-26C7-E5EA3ABDB49A}" dt="2026-10-28T17:31:04.807" v="54"/>
          <ac:spMkLst>
            <pc:docMk/>
            <pc:sldMk cId="1695146219" sldId="262"/>
            <ac:spMk id="7" creationId="{87FA4CCE-E17A-4870-A444-DDCA4784E4B1}"/>
          </ac:spMkLst>
        </pc:spChg>
        <pc:spChg chg="add del">
          <ac:chgData name="Lê Quang Thắng" userId="S::106220111@sv1.dut.udn.vn::3e20b26b-b25a-4cba-b43e-3ef074e8aa8c" providerId="AD" clId="Web-{EADFFE67-D7F4-2B45-26C7-E5EA3ABDB49A}" dt="2026-10-28T17:31:04.807" v="53"/>
          <ac:spMkLst>
            <pc:docMk/>
            <pc:sldMk cId="1695146219" sldId="262"/>
            <ac:spMk id="8" creationId="{31348CB4-B0A4-4004-80E8-B99FF583074A}"/>
          </ac:spMkLst>
        </pc:spChg>
        <pc:spChg chg="add del">
          <ac:chgData name="Lê Quang Thắng" userId="S::106220111@sv1.dut.udn.vn::3e20b26b-b25a-4cba-b43e-3ef074e8aa8c" providerId="AD" clId="Web-{EADFFE67-D7F4-2B45-26C7-E5EA3ABDB49A}" dt="2026-10-28T17:31:04.807" v="52"/>
          <ac:spMkLst>
            <pc:docMk/>
            <pc:sldMk cId="1695146219" sldId="262"/>
            <ac:spMk id="9" creationId="{B5F1F60B-30CD-4DB9-A589-2BDB52203026}"/>
          </ac:spMkLst>
        </pc:spChg>
        <pc:spChg chg="add del">
          <ac:chgData name="Lê Quang Thắng" userId="S::106220111@sv1.dut.udn.vn::3e20b26b-b25a-4cba-b43e-3ef074e8aa8c" providerId="AD" clId="Web-{EADFFE67-D7F4-2B45-26C7-E5EA3ABDB49A}" dt="2026-10-28T17:31:04.807" v="51"/>
          <ac:spMkLst>
            <pc:docMk/>
            <pc:sldMk cId="1695146219" sldId="262"/>
            <ac:spMk id="10" creationId="{7EA9A592-F6BC-4BFE-A57E-E1C0BD5F280E}"/>
          </ac:spMkLst>
        </pc:spChg>
        <pc:spChg chg="add del">
          <ac:chgData name="Lê Quang Thắng" userId="S::106220111@sv1.dut.udn.vn::3e20b26b-b25a-4cba-b43e-3ef074e8aa8c" providerId="AD" clId="Web-{EADFFE67-D7F4-2B45-26C7-E5EA3ABDB49A}" dt="2026-10-28T17:31:04.807" v="50"/>
          <ac:spMkLst>
            <pc:docMk/>
            <pc:sldMk cId="1695146219" sldId="262"/>
            <ac:spMk id="11" creationId="{52A58BD8-730D-4784-B479-134E73C8322C}"/>
          </ac:spMkLst>
        </pc:spChg>
        <pc:spChg chg="add del">
          <ac:chgData name="Lê Quang Thắng" userId="S::106220111@sv1.dut.udn.vn::3e20b26b-b25a-4cba-b43e-3ef074e8aa8c" providerId="AD" clId="Web-{EADFFE67-D7F4-2B45-26C7-E5EA3ABDB49A}" dt="2026-10-28T17:31:04.807" v="49"/>
          <ac:spMkLst>
            <pc:docMk/>
            <pc:sldMk cId="1695146219" sldId="262"/>
            <ac:spMk id="12" creationId="{CA06FC42-E0A9-45C5-8F5C-DA0850023414}"/>
          </ac:spMkLst>
        </pc:spChg>
        <pc:spChg chg="add del">
          <ac:chgData name="Lê Quang Thắng" userId="S::106220111@sv1.dut.udn.vn::3e20b26b-b25a-4cba-b43e-3ef074e8aa8c" providerId="AD" clId="Web-{EADFFE67-D7F4-2B45-26C7-E5EA3ABDB49A}" dt="2026-10-28T17:31:04.807" v="48"/>
          <ac:spMkLst>
            <pc:docMk/>
            <pc:sldMk cId="1695146219" sldId="262"/>
            <ac:spMk id="13" creationId="{F485C4B1-7638-453A-A7A7-D79B3BFF7AA7}"/>
          </ac:spMkLst>
        </pc:spChg>
        <pc:spChg chg="add del">
          <ac:chgData name="Lê Quang Thắng" userId="S::106220111@sv1.dut.udn.vn::3e20b26b-b25a-4cba-b43e-3ef074e8aa8c" providerId="AD" clId="Web-{EADFFE67-D7F4-2B45-26C7-E5EA3ABDB49A}" dt="2026-10-28T17:31:04.807" v="47"/>
          <ac:spMkLst>
            <pc:docMk/>
            <pc:sldMk cId="1695146219" sldId="262"/>
            <ac:spMk id="14" creationId="{598BB6E6-DF35-401A-BC1A-EC514D702267}"/>
          </ac:spMkLst>
        </pc:spChg>
        <pc:spChg chg="add del">
          <ac:chgData name="Lê Quang Thắng" userId="S::106220111@sv1.dut.udn.vn::3e20b26b-b25a-4cba-b43e-3ef074e8aa8c" providerId="AD" clId="Web-{EADFFE67-D7F4-2B45-26C7-E5EA3ABDB49A}" dt="2026-10-28T17:31:04.807" v="46"/>
          <ac:spMkLst>
            <pc:docMk/>
            <pc:sldMk cId="1695146219" sldId="262"/>
            <ac:spMk id="15" creationId="{BB3F60DA-EE2C-4085-A75C-668A7C4A27AB}"/>
          </ac:spMkLst>
        </pc:spChg>
        <pc:spChg chg="add del">
          <ac:chgData name="Lê Quang Thắng" userId="S::106220111@sv1.dut.udn.vn::3e20b26b-b25a-4cba-b43e-3ef074e8aa8c" providerId="AD" clId="Web-{EADFFE67-D7F4-2B45-26C7-E5EA3ABDB49A}" dt="2026-10-28T17:31:04.807" v="45"/>
          <ac:spMkLst>
            <pc:docMk/>
            <pc:sldMk cId="1695146219" sldId="262"/>
            <ac:spMk id="16" creationId="{86A37BDA-FDC4-4D71-A83E-966AA15BEC81}"/>
          </ac:spMkLst>
        </pc:spChg>
        <pc:spChg chg="add del">
          <ac:chgData name="Lê Quang Thắng" userId="S::106220111@sv1.dut.udn.vn::3e20b26b-b25a-4cba-b43e-3ef074e8aa8c" providerId="AD" clId="Web-{EADFFE67-D7F4-2B45-26C7-E5EA3ABDB49A}" dt="2026-10-28T17:31:04.807" v="44"/>
          <ac:spMkLst>
            <pc:docMk/>
            <pc:sldMk cId="1695146219" sldId="262"/>
            <ac:spMk id="17" creationId="{5A976AE1-1E37-4AFA-BE9A-5067C925B243}"/>
          </ac:spMkLst>
        </pc:spChg>
        <pc:spChg chg="add del">
          <ac:chgData name="Lê Quang Thắng" userId="S::106220111@sv1.dut.udn.vn::3e20b26b-b25a-4cba-b43e-3ef074e8aa8c" providerId="AD" clId="Web-{EADFFE67-D7F4-2B45-26C7-E5EA3ABDB49A}" dt="2026-10-28T17:31:04.807" v="43"/>
          <ac:spMkLst>
            <pc:docMk/>
            <pc:sldMk cId="1695146219" sldId="262"/>
            <ac:spMk id="18" creationId="{27803A4C-CBF2-4DE6-92D7-350070250E12}"/>
          </ac:spMkLst>
        </pc:spChg>
        <pc:spChg chg="add del">
          <ac:chgData name="Lê Quang Thắng" userId="S::106220111@sv1.dut.udn.vn::3e20b26b-b25a-4cba-b43e-3ef074e8aa8c" providerId="AD" clId="Web-{EADFFE67-D7F4-2B45-26C7-E5EA3ABDB49A}" dt="2026-10-28T17:31:04.807" v="42"/>
          <ac:spMkLst>
            <pc:docMk/>
            <pc:sldMk cId="1695146219" sldId="262"/>
            <ac:spMk id="19" creationId="{0BF31ACB-EB49-446A-9941-E0D038AF5533}"/>
          </ac:spMkLst>
        </pc:spChg>
        <pc:spChg chg="add del">
          <ac:chgData name="Lê Quang Thắng" userId="S::106220111@sv1.dut.udn.vn::3e20b26b-b25a-4cba-b43e-3ef074e8aa8c" providerId="AD" clId="Web-{EADFFE67-D7F4-2B45-26C7-E5EA3ABDB49A}" dt="2026-10-28T17:31:04.807" v="41"/>
          <ac:spMkLst>
            <pc:docMk/>
            <pc:sldMk cId="1695146219" sldId="262"/>
            <ac:spMk id="20" creationId="{F788A258-9482-454F-B4CA-8D9FD774DB74}"/>
          </ac:spMkLst>
        </pc:spChg>
        <pc:spChg chg="add del">
          <ac:chgData name="Lê Quang Thắng" userId="S::106220111@sv1.dut.udn.vn::3e20b26b-b25a-4cba-b43e-3ef074e8aa8c" providerId="AD" clId="Web-{EADFFE67-D7F4-2B45-26C7-E5EA3ABDB49A}" dt="2026-10-28T17:31:04.807" v="40"/>
          <ac:spMkLst>
            <pc:docMk/>
            <pc:sldMk cId="1695146219" sldId="262"/>
            <ac:spMk id="21" creationId="{1233CE69-62CB-4D64-BDD9-A090E9B31CFC}"/>
          </ac:spMkLst>
        </pc:spChg>
        <pc:spChg chg="add del">
          <ac:chgData name="Lê Quang Thắng" userId="S::106220111@sv1.dut.udn.vn::3e20b26b-b25a-4cba-b43e-3ef074e8aa8c" providerId="AD" clId="Web-{EADFFE67-D7F4-2B45-26C7-E5EA3ABDB49A}" dt="2026-10-28T17:31:04.807" v="59"/>
          <ac:spMkLst>
            <pc:docMk/>
            <pc:sldMk cId="1695146219" sldId="262"/>
            <ac:spMk id="22" creationId="{71FA1B20-1E47-451E-80EF-1B0A6B5D5B43}"/>
          </ac:spMkLst>
        </pc:spChg>
      </pc:sldChg>
    </pc:docChg>
  </pc:docChgLst>
  <pc:docChgLst>
    <pc:chgData name="Trần Thanh Hải" userId="25bc598d-b0d4-42b5-a71c-4adde9ac2305" providerId="ADAL" clId="{8B39C92D-0EC8-4ED9-8ABC-78F8D18D7843}"/>
    <pc:docChg chg="custSel addSld delSld modSld">
      <pc:chgData name="Trần Thanh Hải" userId="25bc598d-b0d4-42b5-a71c-4adde9ac2305" providerId="ADAL" clId="{8B39C92D-0EC8-4ED9-8ABC-78F8D18D7843}" dt="2026-10-29T02:21:55.574" v="38" actId="47"/>
      <pc:docMkLst>
        <pc:docMk/>
      </pc:docMkLst>
      <pc:sldChg chg="add setBg">
        <pc:chgData name="Trần Thanh Hải" userId="25bc598d-b0d4-42b5-a71c-4adde9ac2305" providerId="ADAL" clId="{8B39C92D-0EC8-4ED9-8ABC-78F8D18D7843}" dt="2026-10-28T14:03:18.777" v="0"/>
        <pc:sldMkLst>
          <pc:docMk/>
          <pc:sldMk cId="921910184" sldId="256"/>
        </pc:sldMkLst>
      </pc:sldChg>
      <pc:sldChg chg="addSp delSp modSp add mod setBg">
        <pc:chgData name="Trần Thanh Hải" userId="25bc598d-b0d4-42b5-a71c-4adde9ac2305" providerId="ADAL" clId="{8B39C92D-0EC8-4ED9-8ABC-78F8D18D7843}" dt="2026-10-29T02:19:43.430" v="36" actId="14100"/>
        <pc:sldMkLst>
          <pc:docMk/>
          <pc:sldMk cId="1491123032" sldId="257"/>
        </pc:sldMkLst>
        <pc:spChg chg="del">
          <ac:chgData name="Trần Thanh Hải" userId="25bc598d-b0d4-42b5-a71c-4adde9ac2305" providerId="ADAL" clId="{8B39C92D-0EC8-4ED9-8ABC-78F8D18D7843}" dt="2026-10-29T02:19:05.982" v="23" actId="478"/>
          <ac:spMkLst>
            <pc:docMk/>
            <pc:sldMk cId="1491123032" sldId="257"/>
            <ac:spMk id="2" creationId="{EDAD8879-DC2D-4233-BB15-BE3C721432EF}"/>
          </ac:spMkLst>
        </pc:spChg>
        <pc:spChg chg="del mod">
          <ac:chgData name="Trần Thanh Hải" userId="25bc598d-b0d4-42b5-a71c-4adde9ac2305" providerId="ADAL" clId="{8B39C92D-0EC8-4ED9-8ABC-78F8D18D7843}" dt="2026-10-29T02:19:07.109" v="25" actId="478"/>
          <ac:spMkLst>
            <pc:docMk/>
            <pc:sldMk cId="1491123032" sldId="257"/>
            <ac:spMk id="3" creationId="{F148B4C4-A0BD-4FE1-916F-6FBC21599185}"/>
          </ac:spMkLst>
        </pc:spChg>
        <pc:spChg chg="del">
          <ac:chgData name="Trần Thanh Hải" userId="25bc598d-b0d4-42b5-a71c-4adde9ac2305" providerId="ADAL" clId="{8B39C92D-0EC8-4ED9-8ABC-78F8D18D7843}" dt="2026-10-29T02:19:14.861" v="27" actId="478"/>
          <ac:spMkLst>
            <pc:docMk/>
            <pc:sldMk cId="1491123032" sldId="257"/>
            <ac:spMk id="5" creationId="{7242644A-006E-44D0-A57C-9B4B4FC73711}"/>
          </ac:spMkLst>
        </pc:spChg>
        <pc:spChg chg="del">
          <ac:chgData name="Trần Thanh Hải" userId="25bc598d-b0d4-42b5-a71c-4adde9ac2305" providerId="ADAL" clId="{8B39C92D-0EC8-4ED9-8ABC-78F8D18D7843}" dt="2026-10-29T02:19:11.975" v="26" actId="478"/>
          <ac:spMkLst>
            <pc:docMk/>
            <pc:sldMk cId="1491123032" sldId="257"/>
            <ac:spMk id="7" creationId="{FC94B923-1162-4CA8-B2D7-18B0CAF98F78}"/>
          </ac:spMkLst>
        </pc:spChg>
        <pc:spChg chg="del">
          <ac:chgData name="Trần Thanh Hải" userId="25bc598d-b0d4-42b5-a71c-4adde9ac2305" providerId="ADAL" clId="{8B39C92D-0EC8-4ED9-8ABC-78F8D18D7843}" dt="2026-10-29T02:19:11.975" v="26" actId="478"/>
          <ac:spMkLst>
            <pc:docMk/>
            <pc:sldMk cId="1491123032" sldId="257"/>
            <ac:spMk id="9" creationId="{1C6689A9-9B18-42F8-822C-0148415C5490}"/>
          </ac:spMkLst>
        </pc:spChg>
        <pc:spChg chg="del">
          <ac:chgData name="Trần Thanh Hải" userId="25bc598d-b0d4-42b5-a71c-4adde9ac2305" providerId="ADAL" clId="{8B39C92D-0EC8-4ED9-8ABC-78F8D18D7843}" dt="2026-10-29T02:19:11.975" v="26" actId="478"/>
          <ac:spMkLst>
            <pc:docMk/>
            <pc:sldMk cId="1491123032" sldId="257"/>
            <ac:spMk id="11" creationId="{F32B84BA-D94E-48A7-8979-0FCDA5173969}"/>
          </ac:spMkLst>
        </pc:spChg>
        <pc:spChg chg="del">
          <ac:chgData name="Trần Thanh Hải" userId="25bc598d-b0d4-42b5-a71c-4adde9ac2305" providerId="ADAL" clId="{8B39C92D-0EC8-4ED9-8ABC-78F8D18D7843}" dt="2026-10-29T02:19:11.975" v="26" actId="478"/>
          <ac:spMkLst>
            <pc:docMk/>
            <pc:sldMk cId="1491123032" sldId="257"/>
            <ac:spMk id="12" creationId="{18C89DA5-D411-4DB2-AFEA-0169638B2D52}"/>
          </ac:spMkLst>
        </pc:spChg>
        <pc:spChg chg="del">
          <ac:chgData name="Trần Thanh Hải" userId="25bc598d-b0d4-42b5-a71c-4adde9ac2305" providerId="ADAL" clId="{8B39C92D-0EC8-4ED9-8ABC-78F8D18D7843}" dt="2026-10-29T02:19:11.975" v="26" actId="478"/>
          <ac:spMkLst>
            <pc:docMk/>
            <pc:sldMk cId="1491123032" sldId="257"/>
            <ac:spMk id="13" creationId="{49FC53F1-FFA5-49BE-9720-6A7667BDA879}"/>
          </ac:spMkLst>
        </pc:spChg>
        <pc:spChg chg="del">
          <ac:chgData name="Trần Thanh Hải" userId="25bc598d-b0d4-42b5-a71c-4adde9ac2305" providerId="ADAL" clId="{8B39C92D-0EC8-4ED9-8ABC-78F8D18D7843}" dt="2026-10-29T02:19:11.975" v="26" actId="478"/>
          <ac:spMkLst>
            <pc:docMk/>
            <pc:sldMk cId="1491123032" sldId="257"/>
            <ac:spMk id="14" creationId="{EA500A98-C068-4219-B7A2-FD84E2F375DD}"/>
          </ac:spMkLst>
        </pc:spChg>
        <pc:spChg chg="del">
          <ac:chgData name="Trần Thanh Hải" userId="25bc598d-b0d4-42b5-a71c-4adde9ac2305" providerId="ADAL" clId="{8B39C92D-0EC8-4ED9-8ABC-78F8D18D7843}" dt="2026-10-29T02:19:11.975" v="26" actId="478"/>
          <ac:spMkLst>
            <pc:docMk/>
            <pc:sldMk cId="1491123032" sldId="257"/>
            <ac:spMk id="18" creationId="{B503FB39-ECF0-4E8C-8373-C4F454AAD164}"/>
          </ac:spMkLst>
        </pc:spChg>
        <pc:spChg chg="del">
          <ac:chgData name="Trần Thanh Hải" userId="25bc598d-b0d4-42b5-a71c-4adde9ac2305" providerId="ADAL" clId="{8B39C92D-0EC8-4ED9-8ABC-78F8D18D7843}" dt="2026-10-29T02:19:11.975" v="26" actId="478"/>
          <ac:spMkLst>
            <pc:docMk/>
            <pc:sldMk cId="1491123032" sldId="257"/>
            <ac:spMk id="24" creationId="{F382F6A8-B32B-4838-848A-E61982B47DEE}"/>
          </ac:spMkLst>
        </pc:spChg>
        <pc:spChg chg="del">
          <ac:chgData name="Trần Thanh Hải" userId="25bc598d-b0d4-42b5-a71c-4adde9ac2305" providerId="ADAL" clId="{8B39C92D-0EC8-4ED9-8ABC-78F8D18D7843}" dt="2026-10-29T02:19:11.975" v="26" actId="478"/>
          <ac:spMkLst>
            <pc:docMk/>
            <pc:sldMk cId="1491123032" sldId="257"/>
            <ac:spMk id="35" creationId="{DC55C6B3-B08D-4632-B92C-96938F7C1E37}"/>
          </ac:spMkLst>
        </pc:spChg>
        <pc:spChg chg="del">
          <ac:chgData name="Trần Thanh Hải" userId="25bc598d-b0d4-42b5-a71c-4adde9ac2305" providerId="ADAL" clId="{8B39C92D-0EC8-4ED9-8ABC-78F8D18D7843}" dt="2026-10-29T02:19:11.975" v="26" actId="478"/>
          <ac:spMkLst>
            <pc:docMk/>
            <pc:sldMk cId="1491123032" sldId="257"/>
            <ac:spMk id="36" creationId="{904463D7-71BC-4CA7-AC65-BADE35B82A14}"/>
          </ac:spMkLst>
        </pc:spChg>
        <pc:spChg chg="mod">
          <ac:chgData name="Trần Thanh Hải" userId="25bc598d-b0d4-42b5-a71c-4adde9ac2305" providerId="ADAL" clId="{8B39C92D-0EC8-4ED9-8ABC-78F8D18D7843}" dt="2026-10-29T02:19:40.297" v="35" actId="1076"/>
          <ac:spMkLst>
            <pc:docMk/>
            <pc:sldMk cId="1491123032" sldId="257"/>
            <ac:spMk id="37" creationId="{273A524A-0447-4292-A43A-03B8236FE678}"/>
          </ac:spMkLst>
        </pc:spChg>
        <pc:picChg chg="add mod">
          <ac:chgData name="Trần Thanh Hải" userId="25bc598d-b0d4-42b5-a71c-4adde9ac2305" providerId="ADAL" clId="{8B39C92D-0EC8-4ED9-8ABC-78F8D18D7843}" dt="2026-10-29T02:19:43.430" v="36" actId="14100"/>
          <ac:picMkLst>
            <pc:docMk/>
            <pc:sldMk cId="1491123032" sldId="257"/>
            <ac:picMk id="38" creationId="{62FF2C15-B3AC-8FD5-A481-13984488E325}"/>
          </ac:picMkLst>
        </pc:picChg>
      </pc:sldChg>
      <pc:sldChg chg="addSp modSp add del setBg">
        <pc:chgData name="Trần Thanh Hải" userId="25bc598d-b0d4-42b5-a71c-4adde9ac2305" providerId="ADAL" clId="{8B39C92D-0EC8-4ED9-8ABC-78F8D18D7843}" dt="2026-10-29T02:21:23.784" v="37" actId="47"/>
        <pc:sldMkLst>
          <pc:docMk/>
          <pc:sldMk cId="689455757" sldId="258"/>
        </pc:sldMkLst>
        <pc:spChg chg="mod">
          <ac:chgData name="Trần Thanh Hải" userId="25bc598d-b0d4-42b5-a71c-4adde9ac2305" providerId="ADAL" clId="{8B39C92D-0EC8-4ED9-8ABC-78F8D18D7843}" dt="2026-10-28T14:45:46.886" v="3"/>
          <ac:spMkLst>
            <pc:docMk/>
            <pc:sldMk cId="689455757" sldId="258"/>
            <ac:spMk id="22" creationId="{4641843F-3D1E-466A-97EB-0460D4617B86}"/>
          </ac:spMkLst>
        </pc:spChg>
        <pc:spChg chg="mod">
          <ac:chgData name="Trần Thanh Hải" userId="25bc598d-b0d4-42b5-a71c-4adde9ac2305" providerId="ADAL" clId="{8B39C92D-0EC8-4ED9-8ABC-78F8D18D7843}" dt="2026-10-28T17:04:13.805" v="4"/>
          <ac:spMkLst>
            <pc:docMk/>
            <pc:sldMk cId="689455757" sldId="258"/>
            <ac:spMk id="38" creationId="{1A169988-50A8-4445-BAB1-AA16CB3FEC1A}"/>
          </ac:spMkLst>
        </pc:spChg>
        <pc:spChg chg="add mod">
          <ac:chgData name="Trần Thanh Hải" userId="25bc598d-b0d4-42b5-a71c-4adde9ac2305" providerId="ADAL" clId="{8B39C92D-0EC8-4ED9-8ABC-78F8D18D7843}" dt="2026-10-28T14:45:37.140" v="2" actId="571"/>
          <ac:spMkLst>
            <pc:docMk/>
            <pc:sldMk cId="689455757" sldId="258"/>
            <ac:spMk id="46" creationId="{A6F12341-BA5F-057D-9DBC-D986D8318AF1}"/>
          </ac:spMkLst>
        </pc:spChg>
      </pc:sldChg>
      <pc:sldChg chg="add setBg">
        <pc:chgData name="Trần Thanh Hải" userId="25bc598d-b0d4-42b5-a71c-4adde9ac2305" providerId="ADAL" clId="{8B39C92D-0EC8-4ED9-8ABC-78F8D18D7843}" dt="2026-10-28T14:03:18.777" v="0"/>
        <pc:sldMkLst>
          <pc:docMk/>
          <pc:sldMk cId="1558269017" sldId="259"/>
        </pc:sldMkLst>
      </pc:sldChg>
      <pc:sldChg chg="modSp add del mod setBg">
        <pc:chgData name="Trần Thanh Hải" userId="25bc598d-b0d4-42b5-a71c-4adde9ac2305" providerId="ADAL" clId="{8B39C92D-0EC8-4ED9-8ABC-78F8D18D7843}" dt="2026-10-29T02:21:55.574" v="38" actId="47"/>
        <pc:sldMkLst>
          <pc:docMk/>
          <pc:sldMk cId="1377217103" sldId="260"/>
        </pc:sldMkLst>
        <pc:spChg chg="mod">
          <ac:chgData name="Trần Thanh Hải" userId="25bc598d-b0d4-42b5-a71c-4adde9ac2305" providerId="ADAL" clId="{8B39C92D-0EC8-4ED9-8ABC-78F8D18D7843}" dt="2026-10-29T02:12:43.141" v="22" actId="20577"/>
          <ac:spMkLst>
            <pc:docMk/>
            <pc:sldMk cId="1377217103" sldId="260"/>
            <ac:spMk id="30" creationId="{3AF2C6EF-1340-4BE8-BA19-CF62A73282B6}"/>
          </ac:spMkLst>
        </pc:spChg>
      </pc:sldChg>
      <pc:sldChg chg="add setBg">
        <pc:chgData name="Trần Thanh Hải" userId="25bc598d-b0d4-42b5-a71c-4adde9ac2305" providerId="ADAL" clId="{8B39C92D-0EC8-4ED9-8ABC-78F8D18D7843}" dt="2026-10-28T14:03:18.777" v="0"/>
        <pc:sldMkLst>
          <pc:docMk/>
          <pc:sldMk cId="1093556639" sldId="261"/>
        </pc:sldMkLst>
      </pc:sldChg>
      <pc:sldChg chg="add setBg">
        <pc:chgData name="Trần Thanh Hải" userId="25bc598d-b0d4-42b5-a71c-4adde9ac2305" providerId="ADAL" clId="{8B39C92D-0EC8-4ED9-8ABC-78F8D18D7843}" dt="2026-10-28T14:03:18.777" v="0"/>
        <pc:sldMkLst>
          <pc:docMk/>
          <pc:sldMk cId="1695146219" sldId="262"/>
        </pc:sldMkLst>
      </pc:sldChg>
      <pc:sldChg chg="add setBg">
        <pc:chgData name="Trần Thanh Hải" userId="25bc598d-b0d4-42b5-a71c-4adde9ac2305" providerId="ADAL" clId="{8B39C92D-0EC8-4ED9-8ABC-78F8D18D7843}" dt="2026-10-28T14:03:18.777" v="0"/>
        <pc:sldMkLst>
          <pc:docMk/>
          <pc:sldMk cId="337349472" sldId="263"/>
        </pc:sldMkLst>
      </pc:sldChg>
      <pc:sldChg chg="add setBg">
        <pc:chgData name="Trần Thanh Hải" userId="25bc598d-b0d4-42b5-a71c-4adde9ac2305" providerId="ADAL" clId="{8B39C92D-0EC8-4ED9-8ABC-78F8D18D7843}" dt="2026-10-28T14:03:18.777" v="0"/>
        <pc:sldMkLst>
          <pc:docMk/>
          <pc:sldMk cId="3969142115" sldId="269"/>
        </pc:sldMkLst>
      </pc:sldChg>
    </pc:docChg>
  </pc:docChgLst>
  <pc:docChgLst>
    <pc:chgData name="Lê Quang Thắng" userId="S::106220111@sv1.dut.udn.vn::3e20b26b-b25a-4cba-b43e-3ef074e8aa8c" providerId="AD" clId="Web-{00000000-0000-0000-0000-000000000000}"/>
    <pc:docChg chg="addSld delSld modSld sldOrd">
      <pc:chgData name="Lê Quang Thắng" userId="S::106220111@sv1.dut.udn.vn::3e20b26b-b25a-4cba-b43e-3ef074e8aa8c" providerId="AD" clId="Web-{00000000-0000-0000-0000-000000000000}" dt="2026-10-28T23:38:11.282" v="472" actId="20577"/>
      <pc:docMkLst>
        <pc:docMk/>
      </pc:docMkLst>
      <pc:sldChg chg="delSp modSp">
        <pc:chgData name="Lê Quang Thắng" userId="S::106220111@sv1.dut.udn.vn::3e20b26b-b25a-4cba-b43e-3ef074e8aa8c" providerId="AD" clId="Web-{00000000-0000-0000-0000-000000000000}" dt="2026-10-28T18:26:27.999" v="13" actId="14100"/>
        <pc:sldMkLst>
          <pc:docMk/>
          <pc:sldMk cId="1695146219" sldId="262"/>
        </pc:sldMkLst>
        <pc:spChg chg="del mod">
          <ac:chgData name="Lê Quang Thắng" userId="S::106220111@sv1.dut.udn.vn::3e20b26b-b25a-4cba-b43e-3ef074e8aa8c" providerId="AD" clId="Web-{00000000-0000-0000-0000-000000000000}" dt="2026-10-28T18:22:35.418" v="2"/>
          <ac:spMkLst>
            <pc:docMk/>
            <pc:sldMk cId="1695146219" sldId="262"/>
            <ac:spMk id="8" creationId="{3BE13869-DE01-783C-1475-C509B898BC35}"/>
          </ac:spMkLst>
        </pc:spChg>
        <pc:picChg chg="mod">
          <ac:chgData name="Lê Quang Thắng" userId="S::106220111@sv1.dut.udn.vn::3e20b26b-b25a-4cba-b43e-3ef074e8aa8c" providerId="AD" clId="Web-{00000000-0000-0000-0000-000000000000}" dt="2026-10-28T18:26:27.999" v="13" actId="14100"/>
          <ac:picMkLst>
            <pc:docMk/>
            <pc:sldMk cId="1695146219" sldId="262"/>
            <ac:picMk id="7" creationId="{7390CB5C-DA7F-ABD6-90A1-0DF30406C25E}"/>
          </ac:picMkLst>
        </pc:picChg>
      </pc:sldChg>
      <pc:sldChg chg="addSp delSp modSp ord">
        <pc:chgData name="Lê Quang Thắng" userId="S::106220111@sv1.dut.udn.vn::3e20b26b-b25a-4cba-b43e-3ef074e8aa8c" providerId="AD" clId="Web-{00000000-0000-0000-0000-000000000000}" dt="2026-10-28T20:09:39.900" v="425" actId="14100"/>
        <pc:sldMkLst>
          <pc:docMk/>
          <pc:sldMk cId="337349472" sldId="263"/>
        </pc:sldMkLst>
        <pc:spChg chg="del">
          <ac:chgData name="Lê Quang Thắng" userId="S::106220111@sv1.dut.udn.vn::3e20b26b-b25a-4cba-b43e-3ef074e8aa8c" providerId="AD" clId="Web-{00000000-0000-0000-0000-000000000000}" dt="2026-10-28T19:16:01.631" v="255"/>
          <ac:spMkLst>
            <pc:docMk/>
            <pc:sldMk cId="337349472" sldId="263"/>
            <ac:spMk id="2" creationId="{CC2E996C-1E53-4F0C-B597-CF4E2A1E67BA}"/>
          </ac:spMkLst>
        </pc:spChg>
        <pc:spChg chg="del">
          <ac:chgData name="Lê Quang Thắng" userId="S::106220111@sv1.dut.udn.vn::3e20b26b-b25a-4cba-b43e-3ef074e8aa8c" providerId="AD" clId="Web-{00000000-0000-0000-0000-000000000000}" dt="2026-10-28T19:16:01.631" v="254"/>
          <ac:spMkLst>
            <pc:docMk/>
            <pc:sldMk cId="337349472" sldId="263"/>
            <ac:spMk id="3" creationId="{38405EAC-B8F0-43CE-B1CA-68C07504A3C3}"/>
          </ac:spMkLst>
        </pc:spChg>
        <pc:spChg chg="del">
          <ac:chgData name="Lê Quang Thắng" userId="S::106220111@sv1.dut.udn.vn::3e20b26b-b25a-4cba-b43e-3ef074e8aa8c" providerId="AD" clId="Web-{00000000-0000-0000-0000-000000000000}" dt="2026-10-28T19:14:22.411" v="235"/>
          <ac:spMkLst>
            <pc:docMk/>
            <pc:sldMk cId="337349472" sldId="263"/>
            <ac:spMk id="5" creationId="{E9B5A596-F7E8-422C-9FAB-8099484DC2EC}"/>
          </ac:spMkLst>
        </pc:spChg>
        <pc:spChg chg="del">
          <ac:chgData name="Lê Quang Thắng" userId="S::106220111@sv1.dut.udn.vn::3e20b26b-b25a-4cba-b43e-3ef074e8aa8c" providerId="AD" clId="Web-{00000000-0000-0000-0000-000000000000}" dt="2026-10-28T19:14:22.411" v="234"/>
          <ac:spMkLst>
            <pc:docMk/>
            <pc:sldMk cId="337349472" sldId="263"/>
            <ac:spMk id="6" creationId="{41D95E04-D958-4277-BAB4-1C7A4AD4663F}"/>
          </ac:spMkLst>
        </pc:spChg>
        <pc:spChg chg="del">
          <ac:chgData name="Lê Quang Thắng" userId="S::106220111@sv1.dut.udn.vn::3e20b26b-b25a-4cba-b43e-3ef074e8aa8c" providerId="AD" clId="Web-{00000000-0000-0000-0000-000000000000}" dt="2026-10-28T19:14:22.411" v="233"/>
          <ac:spMkLst>
            <pc:docMk/>
            <pc:sldMk cId="337349472" sldId="263"/>
            <ac:spMk id="7" creationId="{7D703D3B-3476-4F21-8985-F3F3B257F7A7}"/>
          </ac:spMkLst>
        </pc:spChg>
        <pc:spChg chg="del">
          <ac:chgData name="Lê Quang Thắng" userId="S::106220111@sv1.dut.udn.vn::3e20b26b-b25a-4cba-b43e-3ef074e8aa8c" providerId="AD" clId="Web-{00000000-0000-0000-0000-000000000000}" dt="2026-10-28T19:14:22.411" v="232"/>
          <ac:spMkLst>
            <pc:docMk/>
            <pc:sldMk cId="337349472" sldId="263"/>
            <ac:spMk id="8" creationId="{0588A694-21A2-43A7-9CDA-DBEE180BE7EA}"/>
          </ac:spMkLst>
        </pc:spChg>
        <pc:spChg chg="add del">
          <ac:chgData name="Lê Quang Thắng" userId="S::106220111@sv1.dut.udn.vn::3e20b26b-b25a-4cba-b43e-3ef074e8aa8c" providerId="AD" clId="Web-{00000000-0000-0000-0000-000000000000}" dt="2026-10-28T19:10:47.268" v="169"/>
          <ac:spMkLst>
            <pc:docMk/>
            <pc:sldMk cId="337349472" sldId="263"/>
            <ac:spMk id="9" creationId="{005225A2-753F-4013-8B74-46DD100A3148}"/>
          </ac:spMkLst>
        </pc:spChg>
        <pc:spChg chg="add del">
          <ac:chgData name="Lê Quang Thắng" userId="S::106220111@sv1.dut.udn.vn::3e20b26b-b25a-4cba-b43e-3ef074e8aa8c" providerId="AD" clId="Web-{00000000-0000-0000-0000-000000000000}" dt="2026-10-28T19:10:47.268" v="168"/>
          <ac:spMkLst>
            <pc:docMk/>
            <pc:sldMk cId="337349472" sldId="263"/>
            <ac:spMk id="10" creationId="{B49F42E4-B843-44C2-B2DF-BBF1A2F5D585}"/>
          </ac:spMkLst>
        </pc:spChg>
        <pc:spChg chg="add del">
          <ac:chgData name="Lê Quang Thắng" userId="S::106220111@sv1.dut.udn.vn::3e20b26b-b25a-4cba-b43e-3ef074e8aa8c" providerId="AD" clId="Web-{00000000-0000-0000-0000-000000000000}" dt="2026-10-28T19:10:47.268" v="167"/>
          <ac:spMkLst>
            <pc:docMk/>
            <pc:sldMk cId="337349472" sldId="263"/>
            <ac:spMk id="11" creationId="{BDD69F09-72B9-425D-8B6A-21051B019035}"/>
          </ac:spMkLst>
        </pc:spChg>
        <pc:spChg chg="del">
          <ac:chgData name="Lê Quang Thắng" userId="S::106220111@sv1.dut.udn.vn::3e20b26b-b25a-4cba-b43e-3ef074e8aa8c" providerId="AD" clId="Web-{00000000-0000-0000-0000-000000000000}" dt="2026-10-28T19:11:18.347" v="181"/>
          <ac:spMkLst>
            <pc:docMk/>
            <pc:sldMk cId="337349472" sldId="263"/>
            <ac:spMk id="12" creationId="{E6670778-E0C8-4A7D-9576-300AA109B152}"/>
          </ac:spMkLst>
        </pc:spChg>
        <pc:spChg chg="del">
          <ac:chgData name="Lê Quang Thắng" userId="S::106220111@sv1.dut.udn.vn::3e20b26b-b25a-4cba-b43e-3ef074e8aa8c" providerId="AD" clId="Web-{00000000-0000-0000-0000-000000000000}" dt="2026-10-28T19:11:18.347" v="180"/>
          <ac:spMkLst>
            <pc:docMk/>
            <pc:sldMk cId="337349472" sldId="263"/>
            <ac:spMk id="13" creationId="{CE6A5E18-0BD4-47B3-B45F-FEDD5D6E1BB7}"/>
          </ac:spMkLst>
        </pc:spChg>
        <pc:spChg chg="del">
          <ac:chgData name="Lê Quang Thắng" userId="S::106220111@sv1.dut.udn.vn::3e20b26b-b25a-4cba-b43e-3ef074e8aa8c" providerId="AD" clId="Web-{00000000-0000-0000-0000-000000000000}" dt="2026-10-28T19:11:18.347" v="179"/>
          <ac:spMkLst>
            <pc:docMk/>
            <pc:sldMk cId="337349472" sldId="263"/>
            <ac:spMk id="14" creationId="{DA257AD4-FFD4-487C-99D4-FC0989B70FF1}"/>
          </ac:spMkLst>
        </pc:spChg>
        <pc:spChg chg="del">
          <ac:chgData name="Lê Quang Thắng" userId="S::106220111@sv1.dut.udn.vn::3e20b26b-b25a-4cba-b43e-3ef074e8aa8c" providerId="AD" clId="Web-{00000000-0000-0000-0000-000000000000}" dt="2026-10-28T19:16:01.631" v="253"/>
          <ac:spMkLst>
            <pc:docMk/>
            <pc:sldMk cId="337349472" sldId="263"/>
            <ac:spMk id="15" creationId="{ACB5AF8F-F5AE-4C48-ACBD-2B02A589D1A6}"/>
          </ac:spMkLst>
        </pc:spChg>
        <pc:spChg chg="del">
          <ac:chgData name="Lê Quang Thắng" userId="S::106220111@sv1.dut.udn.vn::3e20b26b-b25a-4cba-b43e-3ef074e8aa8c" providerId="AD" clId="Web-{00000000-0000-0000-0000-000000000000}" dt="2026-10-28T19:16:01.631" v="252"/>
          <ac:spMkLst>
            <pc:docMk/>
            <pc:sldMk cId="337349472" sldId="263"/>
            <ac:spMk id="16" creationId="{4CC39A85-62BB-47AF-9F74-9E4C72A102B4}"/>
          </ac:spMkLst>
        </pc:spChg>
        <pc:spChg chg="del">
          <ac:chgData name="Lê Quang Thắng" userId="S::106220111@sv1.dut.udn.vn::3e20b26b-b25a-4cba-b43e-3ef074e8aa8c" providerId="AD" clId="Web-{00000000-0000-0000-0000-000000000000}" dt="2026-10-28T19:16:01.631" v="251"/>
          <ac:spMkLst>
            <pc:docMk/>
            <pc:sldMk cId="337349472" sldId="263"/>
            <ac:spMk id="17" creationId="{E69FC5A0-895A-40AB-B997-F5E9099C6844}"/>
          </ac:spMkLst>
        </pc:spChg>
        <pc:spChg chg="del">
          <ac:chgData name="Lê Quang Thắng" userId="S::106220111@sv1.dut.udn.vn::3e20b26b-b25a-4cba-b43e-3ef074e8aa8c" providerId="AD" clId="Web-{00000000-0000-0000-0000-000000000000}" dt="2026-10-28T19:16:01.631" v="250"/>
          <ac:spMkLst>
            <pc:docMk/>
            <pc:sldMk cId="337349472" sldId="263"/>
            <ac:spMk id="18" creationId="{784A054A-7F2E-41E3-81A1-4A0C52ECAB93}"/>
          </ac:spMkLst>
        </pc:spChg>
        <pc:spChg chg="del mod">
          <ac:chgData name="Lê Quang Thắng" userId="S::106220111@sv1.dut.udn.vn::3e20b26b-b25a-4cba-b43e-3ef074e8aa8c" providerId="AD" clId="Web-{00000000-0000-0000-0000-000000000000}" dt="2026-10-28T19:16:01.631" v="256"/>
          <ac:spMkLst>
            <pc:docMk/>
            <pc:sldMk cId="337349472" sldId="263"/>
            <ac:spMk id="19" creationId="{3903CB60-E445-4B68-A8E4-DE24670B3D79}"/>
          </ac:spMkLst>
        </pc:spChg>
        <pc:picChg chg="add mod">
          <ac:chgData name="Lê Quang Thắng" userId="S::106220111@sv1.dut.udn.vn::3e20b26b-b25a-4cba-b43e-3ef074e8aa8c" providerId="AD" clId="Web-{00000000-0000-0000-0000-000000000000}" dt="2026-10-28T20:09:39.900" v="425" actId="14100"/>
          <ac:picMkLst>
            <pc:docMk/>
            <pc:sldMk cId="337349472" sldId="263"/>
            <ac:picMk id="2" creationId="{41401B73-272F-8875-428D-72A8730176ED}"/>
          </ac:picMkLst>
        </pc:picChg>
      </pc:sldChg>
      <pc:sldChg chg="delSp modSp">
        <pc:chgData name="Lê Quang Thắng" userId="S::106220111@sv1.dut.udn.vn::3e20b26b-b25a-4cba-b43e-3ef074e8aa8c" providerId="AD" clId="Web-{00000000-0000-0000-0000-000000000000}" dt="2026-10-28T20:04:59.967" v="418" actId="14100"/>
        <pc:sldMkLst>
          <pc:docMk/>
          <pc:sldMk cId="3969142115" sldId="269"/>
        </pc:sldMkLst>
        <pc:spChg chg="mod">
          <ac:chgData name="Lê Quang Thắng" userId="S::106220111@sv1.dut.udn.vn::3e20b26b-b25a-4cba-b43e-3ef074e8aa8c" providerId="AD" clId="Web-{00000000-0000-0000-0000-000000000000}" dt="2026-10-28T20:03:53.699" v="410" actId="14100"/>
          <ac:spMkLst>
            <pc:docMk/>
            <pc:sldMk cId="3969142115" sldId="269"/>
            <ac:spMk id="5" creationId="{CEB631C2-E028-46CD-B711-F171E80EDD98}"/>
          </ac:spMkLst>
        </pc:spChg>
        <pc:spChg chg="mod">
          <ac:chgData name="Lê Quang Thắng" userId="S::106220111@sv1.dut.udn.vn::3e20b26b-b25a-4cba-b43e-3ef074e8aa8c" providerId="AD" clId="Web-{00000000-0000-0000-0000-000000000000}" dt="2026-10-28T20:04:06.949" v="412" actId="20577"/>
          <ac:spMkLst>
            <pc:docMk/>
            <pc:sldMk cId="3969142115" sldId="269"/>
            <ac:spMk id="6" creationId="{C3344882-6E63-453D-A0C4-58108401BFCC}"/>
          </ac:spMkLst>
        </pc:spChg>
        <pc:spChg chg="mod">
          <ac:chgData name="Lê Quang Thắng" userId="S::106220111@sv1.dut.udn.vn::3e20b26b-b25a-4cba-b43e-3ef074e8aa8c" providerId="AD" clId="Web-{00000000-0000-0000-0000-000000000000}" dt="2026-10-28T20:04:11.825" v="413"/>
          <ac:spMkLst>
            <pc:docMk/>
            <pc:sldMk cId="3969142115" sldId="269"/>
            <ac:spMk id="7" creationId="{266FA80F-99C9-4466-B0EE-7FF145D1DD5D}"/>
          </ac:spMkLst>
        </pc:spChg>
        <pc:spChg chg="mod">
          <ac:chgData name="Lê Quang Thắng" userId="S::106220111@sv1.dut.udn.vn::3e20b26b-b25a-4cba-b43e-3ef074e8aa8c" providerId="AD" clId="Web-{00000000-0000-0000-0000-000000000000}" dt="2026-10-28T20:04:59.967" v="418" actId="14100"/>
          <ac:spMkLst>
            <pc:docMk/>
            <pc:sldMk cId="3969142115" sldId="269"/>
            <ac:spMk id="8" creationId="{730543E0-5CA5-4CA1-B2AE-362DD35EDF85}"/>
          </ac:spMkLst>
        </pc:spChg>
        <pc:spChg chg="mod">
          <ac:chgData name="Lê Quang Thắng" userId="S::106220111@sv1.dut.udn.vn::3e20b26b-b25a-4cba-b43e-3ef074e8aa8c" providerId="AD" clId="Web-{00000000-0000-0000-0000-000000000000}" dt="2026-10-28T20:03:50.011" v="409" actId="1076"/>
          <ac:spMkLst>
            <pc:docMk/>
            <pc:sldMk cId="3969142115" sldId="269"/>
            <ac:spMk id="9" creationId="{B118A2A3-8D28-4954-A678-0C282586EBC0}"/>
          </ac:spMkLst>
        </pc:spChg>
        <pc:spChg chg="mod">
          <ac:chgData name="Lê Quang Thắng" userId="S::106220111@sv1.dut.udn.vn::3e20b26b-b25a-4cba-b43e-3ef074e8aa8c" providerId="AD" clId="Web-{00000000-0000-0000-0000-000000000000}" dt="2026-10-28T20:04:27.841" v="416" actId="20577"/>
          <ac:spMkLst>
            <pc:docMk/>
            <pc:sldMk cId="3969142115" sldId="269"/>
            <ac:spMk id="10" creationId="{9A9B64F1-77C8-46C2-9612-D4032EDFD24B}"/>
          </ac:spMkLst>
        </pc:spChg>
        <pc:spChg chg="del">
          <ac:chgData name="Lê Quang Thắng" userId="S::106220111@sv1.dut.udn.vn::3e20b26b-b25a-4cba-b43e-3ef074e8aa8c" providerId="AD" clId="Web-{00000000-0000-0000-0000-000000000000}" dt="2026-10-28T20:02:05.274" v="370"/>
          <ac:spMkLst>
            <pc:docMk/>
            <pc:sldMk cId="3969142115" sldId="269"/>
            <ac:spMk id="11" creationId="{32718D77-A786-4C95-9067-BEAFB1190834}"/>
          </ac:spMkLst>
        </pc:spChg>
        <pc:spChg chg="del">
          <ac:chgData name="Lê Quang Thắng" userId="S::106220111@sv1.dut.udn.vn::3e20b26b-b25a-4cba-b43e-3ef074e8aa8c" providerId="AD" clId="Web-{00000000-0000-0000-0000-000000000000}" dt="2026-10-28T20:02:05.274" v="369"/>
          <ac:spMkLst>
            <pc:docMk/>
            <pc:sldMk cId="3969142115" sldId="269"/>
            <ac:spMk id="12" creationId="{F1E9FCAE-E277-4AC3-A879-7910A477FF5E}"/>
          </ac:spMkLst>
        </pc:spChg>
        <pc:spChg chg="del mod">
          <ac:chgData name="Lê Quang Thắng" userId="S::106220111@sv1.dut.udn.vn::3e20b26b-b25a-4cba-b43e-3ef074e8aa8c" providerId="AD" clId="Web-{00000000-0000-0000-0000-000000000000}" dt="2026-10-28T20:02:05.274" v="368"/>
          <ac:spMkLst>
            <pc:docMk/>
            <pc:sldMk cId="3969142115" sldId="269"/>
            <ac:spMk id="13" creationId="{9F63C79C-D3E8-4C20-859B-A125B4F31266}"/>
          </ac:spMkLst>
        </pc:spChg>
        <pc:spChg chg="mod">
          <ac:chgData name="Lê Quang Thắng" userId="S::106220111@sv1.dut.udn.vn::3e20b26b-b25a-4cba-b43e-3ef074e8aa8c" providerId="AD" clId="Web-{00000000-0000-0000-0000-000000000000}" dt="2026-10-28T20:01:23.772" v="359" actId="1076"/>
          <ac:spMkLst>
            <pc:docMk/>
            <pc:sldMk cId="3969142115" sldId="269"/>
            <ac:spMk id="14" creationId="{66390A07-025C-43C4-9DA3-23DACAAF4FFF}"/>
          </ac:spMkLst>
        </pc:spChg>
        <pc:spChg chg="mod">
          <ac:chgData name="Lê Quang Thắng" userId="S::106220111@sv1.dut.udn.vn::3e20b26b-b25a-4cba-b43e-3ef074e8aa8c" providerId="AD" clId="Web-{00000000-0000-0000-0000-000000000000}" dt="2026-10-28T20:01:23.788" v="360" actId="1076"/>
          <ac:spMkLst>
            <pc:docMk/>
            <pc:sldMk cId="3969142115" sldId="269"/>
            <ac:spMk id="15" creationId="{1DC9B83D-2757-4971-88E6-BCCC2A04AA7F}"/>
          </ac:spMkLst>
        </pc:spChg>
        <pc:spChg chg="mod">
          <ac:chgData name="Lê Quang Thắng" userId="S::106220111@sv1.dut.udn.vn::3e20b26b-b25a-4cba-b43e-3ef074e8aa8c" providerId="AD" clId="Web-{00000000-0000-0000-0000-000000000000}" dt="2026-10-28T20:01:23.804" v="361" actId="1076"/>
          <ac:spMkLst>
            <pc:docMk/>
            <pc:sldMk cId="3969142115" sldId="269"/>
            <ac:spMk id="16" creationId="{440587C5-5F0F-4465-A5D5-97E6B8D902D2}"/>
          </ac:spMkLst>
        </pc:spChg>
        <pc:spChg chg="del">
          <ac:chgData name="Lê Quang Thắng" userId="S::106220111@sv1.dut.udn.vn::3e20b26b-b25a-4cba-b43e-3ef074e8aa8c" providerId="AD" clId="Web-{00000000-0000-0000-0000-000000000000}" dt="2026-10-28T20:01:12.835" v="357"/>
          <ac:spMkLst>
            <pc:docMk/>
            <pc:sldMk cId="3969142115" sldId="269"/>
            <ac:spMk id="17" creationId="{D8BD5A66-5288-4500-99CD-0C7162CBFA07}"/>
          </ac:spMkLst>
        </pc:spChg>
      </pc:sldChg>
      <pc:sldChg chg="addSp modSp ord">
        <pc:chgData name="Lê Quang Thắng" userId="S::106220111@sv1.dut.udn.vn::3e20b26b-b25a-4cba-b43e-3ef074e8aa8c" providerId="AD" clId="Web-{00000000-0000-0000-0000-000000000000}" dt="2026-10-28T23:24:41.479" v="469" actId="20577"/>
        <pc:sldMkLst>
          <pc:docMk/>
          <pc:sldMk cId="631110993" sldId="270"/>
        </pc:sldMkLst>
        <pc:spChg chg="add mod">
          <ac:chgData name="Lê Quang Thắng" userId="S::106220111@sv1.dut.udn.vn::3e20b26b-b25a-4cba-b43e-3ef074e8aa8c" providerId="AD" clId="Web-{00000000-0000-0000-0000-000000000000}" dt="2026-10-28T23:24:41.479" v="469" actId="20577"/>
          <ac:spMkLst>
            <pc:docMk/>
            <pc:sldMk cId="631110993" sldId="270"/>
            <ac:spMk id="5" creationId="{55798D11-A7F6-B0E0-B818-1533BA059B73}"/>
          </ac:spMkLst>
        </pc:spChg>
        <pc:picChg chg="mod">
          <ac:chgData name="Lê Quang Thắng" userId="S::106220111@sv1.dut.udn.vn::3e20b26b-b25a-4cba-b43e-3ef074e8aa8c" providerId="AD" clId="Web-{00000000-0000-0000-0000-000000000000}" dt="2026-10-28T18:40:23.353" v="41" actId="1076"/>
          <ac:picMkLst>
            <pc:docMk/>
            <pc:sldMk cId="631110993" sldId="270"/>
            <ac:picMk id="3" creationId="{32DBFBE7-217F-BC2B-35D1-82D1B37CAD92}"/>
          </ac:picMkLst>
        </pc:picChg>
      </pc:sldChg>
      <pc:sldChg chg="addSp delSp modSp add ord replId">
        <pc:chgData name="Lê Quang Thắng" userId="S::106220111@sv1.dut.udn.vn::3e20b26b-b25a-4cba-b43e-3ef074e8aa8c" providerId="AD" clId="Web-{00000000-0000-0000-0000-000000000000}" dt="2026-10-28T23:24:11.291" v="460"/>
        <pc:sldMkLst>
          <pc:docMk/>
          <pc:sldMk cId="4039764929" sldId="271"/>
        </pc:sldMkLst>
        <pc:spChg chg="add mod">
          <ac:chgData name="Lê Quang Thắng" userId="S::106220111@sv1.dut.udn.vn::3e20b26b-b25a-4cba-b43e-3ef074e8aa8c" providerId="AD" clId="Web-{00000000-0000-0000-0000-000000000000}" dt="2026-10-28T18:26:58.265" v="30" actId="20577"/>
          <ac:spMkLst>
            <pc:docMk/>
            <pc:sldMk cId="4039764929" sldId="271"/>
            <ac:spMk id="6" creationId="{8D97A19D-F1E1-095D-A7AA-C0D45DD830E8}"/>
          </ac:spMkLst>
        </pc:spChg>
        <pc:picChg chg="add mod">
          <ac:chgData name="Lê Quang Thắng" userId="S::106220111@sv1.dut.udn.vn::3e20b26b-b25a-4cba-b43e-3ef074e8aa8c" providerId="AD" clId="Web-{00000000-0000-0000-0000-000000000000}" dt="2026-10-28T18:27:40.374" v="36" actId="14100"/>
          <ac:picMkLst>
            <pc:docMk/>
            <pc:sldMk cId="4039764929" sldId="271"/>
            <ac:picMk id="2" creationId="{C0828D92-8518-5B39-14D2-A0A7DF35A036}"/>
          </ac:picMkLst>
        </pc:picChg>
        <pc:picChg chg="del">
          <ac:chgData name="Lê Quang Thắng" userId="S::106220111@sv1.dut.udn.vn::3e20b26b-b25a-4cba-b43e-3ef074e8aa8c" providerId="AD" clId="Web-{00000000-0000-0000-0000-000000000000}" dt="2026-10-28T18:25:13.795" v="4"/>
          <ac:picMkLst>
            <pc:docMk/>
            <pc:sldMk cId="4039764929" sldId="271"/>
            <ac:picMk id="3" creationId="{DAEA3873-AAED-D050-75D7-F631FC0E0446}"/>
          </ac:picMkLst>
        </pc:picChg>
      </pc:sldChg>
      <pc:sldChg chg="addSp delSp modSp add replId">
        <pc:chgData name="Lê Quang Thắng" userId="S::106220111@sv1.dut.udn.vn::3e20b26b-b25a-4cba-b43e-3ef074e8aa8c" providerId="AD" clId="Web-{00000000-0000-0000-0000-000000000000}" dt="2026-10-28T18:56:03.521" v="132" actId="20577"/>
        <pc:sldMkLst>
          <pc:docMk/>
          <pc:sldMk cId="3868713075" sldId="272"/>
        </pc:sldMkLst>
        <pc:spChg chg="mod">
          <ac:chgData name="Lê Quang Thắng" userId="S::106220111@sv1.dut.udn.vn::3e20b26b-b25a-4cba-b43e-3ef074e8aa8c" providerId="AD" clId="Web-{00000000-0000-0000-0000-000000000000}" dt="2026-10-28T18:56:03.521" v="132" actId="20577"/>
          <ac:spMkLst>
            <pc:docMk/>
            <pc:sldMk cId="3868713075" sldId="272"/>
            <ac:spMk id="6" creationId="{4CCB32F0-672A-83BE-0879-D46E26DE917E}"/>
          </ac:spMkLst>
        </pc:spChg>
        <pc:spChg chg="add mod">
          <ac:chgData name="Lê Quang Thắng" userId="S::106220111@sv1.dut.udn.vn::3e20b26b-b25a-4cba-b43e-3ef074e8aa8c" providerId="AD" clId="Web-{00000000-0000-0000-0000-000000000000}" dt="2026-10-28T18:53:33.613" v="118" actId="1076"/>
          <ac:spMkLst>
            <pc:docMk/>
            <pc:sldMk cId="3868713075" sldId="272"/>
            <ac:spMk id="9" creationId="{B2C2172C-9AAB-174E-7718-3D0235D6B596}"/>
          </ac:spMkLst>
        </pc:spChg>
        <pc:spChg chg="add mod">
          <ac:chgData name="Lê Quang Thắng" userId="S::106220111@sv1.dut.udn.vn::3e20b26b-b25a-4cba-b43e-3ef074e8aa8c" providerId="AD" clId="Web-{00000000-0000-0000-0000-000000000000}" dt="2026-10-28T18:53:59.394" v="123" actId="1076"/>
          <ac:spMkLst>
            <pc:docMk/>
            <pc:sldMk cId="3868713075" sldId="272"/>
            <ac:spMk id="10" creationId="{6AE6FF64-AD32-0175-1E45-9DDDA77AC191}"/>
          </ac:spMkLst>
        </pc:spChg>
        <pc:spChg chg="add mod">
          <ac:chgData name="Lê Quang Thắng" userId="S::106220111@sv1.dut.udn.vn::3e20b26b-b25a-4cba-b43e-3ef074e8aa8c" providerId="AD" clId="Web-{00000000-0000-0000-0000-000000000000}" dt="2026-10-28T18:53:54.379" v="122" actId="1076"/>
          <ac:spMkLst>
            <pc:docMk/>
            <pc:sldMk cId="3868713075" sldId="272"/>
            <ac:spMk id="11" creationId="{233F4FF1-11E4-EE27-44C9-21C4233C0DFD}"/>
          </ac:spMkLst>
        </pc:spChg>
        <pc:picChg chg="del">
          <ac:chgData name="Lê Quang Thắng" userId="S::106220111@sv1.dut.udn.vn::3e20b26b-b25a-4cba-b43e-3ef074e8aa8c" providerId="AD" clId="Web-{00000000-0000-0000-0000-000000000000}" dt="2026-10-28T18:43:45.808" v="44"/>
          <ac:picMkLst>
            <pc:docMk/>
            <pc:sldMk cId="3868713075" sldId="272"/>
            <ac:picMk id="2" creationId="{F0115A78-9681-D549-A4CF-48F533A0772E}"/>
          </ac:picMkLst>
        </pc:picChg>
        <pc:picChg chg="add del mod">
          <ac:chgData name="Lê Quang Thắng" userId="S::106220111@sv1.dut.udn.vn::3e20b26b-b25a-4cba-b43e-3ef074e8aa8c" providerId="AD" clId="Web-{00000000-0000-0000-0000-000000000000}" dt="2026-10-28T18:48:54.219" v="86"/>
          <ac:picMkLst>
            <pc:docMk/>
            <pc:sldMk cId="3868713075" sldId="272"/>
            <ac:picMk id="3" creationId="{27CC3B93-8E7F-7610-7FE5-7EB3F4C31ABF}"/>
          </ac:picMkLst>
        </pc:picChg>
        <pc:picChg chg="add mod">
          <ac:chgData name="Lê Quang Thắng" userId="S::106220111@sv1.dut.udn.vn::3e20b26b-b25a-4cba-b43e-3ef074e8aa8c" providerId="AD" clId="Web-{00000000-0000-0000-0000-000000000000}" dt="2026-10-28T18:51:35.846" v="105" actId="14100"/>
          <ac:picMkLst>
            <pc:docMk/>
            <pc:sldMk cId="3868713075" sldId="272"/>
            <ac:picMk id="5" creationId="{04861C9E-9D60-D0E9-8031-BBA012952679}"/>
          </ac:picMkLst>
        </pc:picChg>
        <pc:picChg chg="add mod">
          <ac:chgData name="Lê Quang Thắng" userId="S::106220111@sv1.dut.udn.vn::3e20b26b-b25a-4cba-b43e-3ef074e8aa8c" providerId="AD" clId="Web-{00000000-0000-0000-0000-000000000000}" dt="2026-10-28T18:51:32.846" v="104" actId="14100"/>
          <ac:picMkLst>
            <pc:docMk/>
            <pc:sldMk cId="3868713075" sldId="272"/>
            <ac:picMk id="7" creationId="{5A5C9ADB-1153-D93B-0940-290F9D3CB70F}"/>
          </ac:picMkLst>
        </pc:picChg>
        <pc:picChg chg="add mod">
          <ac:chgData name="Lê Quang Thắng" userId="S::106220111@sv1.dut.udn.vn::3e20b26b-b25a-4cba-b43e-3ef074e8aa8c" providerId="AD" clId="Web-{00000000-0000-0000-0000-000000000000}" dt="2026-10-28T18:51:26.720" v="103" actId="1076"/>
          <ac:picMkLst>
            <pc:docMk/>
            <pc:sldMk cId="3868713075" sldId="272"/>
            <ac:picMk id="8" creationId="{2F966B59-2D8B-7982-E00E-E87E9CC7C19B}"/>
          </ac:picMkLst>
        </pc:picChg>
      </pc:sldChg>
      <pc:sldChg chg="addSp delSp modSp add replId">
        <pc:chgData name="Lê Quang Thắng" userId="S::106220111@sv1.dut.udn.vn::3e20b26b-b25a-4cba-b43e-3ef074e8aa8c" providerId="AD" clId="Web-{00000000-0000-0000-0000-000000000000}" dt="2026-10-28T19:14:33.240" v="248" actId="1076"/>
        <pc:sldMkLst>
          <pc:docMk/>
          <pc:sldMk cId="1844919665" sldId="273"/>
        </pc:sldMkLst>
        <pc:spChg chg="add del">
          <ac:chgData name="Lê Quang Thắng" userId="S::106220111@sv1.dut.udn.vn::3e20b26b-b25a-4cba-b43e-3ef074e8aa8c" providerId="AD" clId="Web-{00000000-0000-0000-0000-000000000000}" dt="2026-10-28T19:10:36.268" v="163"/>
          <ac:spMkLst>
            <pc:docMk/>
            <pc:sldMk cId="1844919665" sldId="273"/>
            <ac:spMk id="3" creationId="{005225A2-753F-4013-8B74-46DD100A3148}"/>
          </ac:spMkLst>
        </pc:spChg>
        <pc:spChg chg="mod">
          <ac:chgData name="Lê Quang Thắng" userId="S::106220111@sv1.dut.udn.vn::3e20b26b-b25a-4cba-b43e-3ef074e8aa8c" providerId="AD" clId="Web-{00000000-0000-0000-0000-000000000000}" dt="2026-10-28T19:12:56.973" v="211" actId="1076"/>
          <ac:spMkLst>
            <pc:docMk/>
            <pc:sldMk cId="1844919665" sldId="273"/>
            <ac:spMk id="6" creationId="{57303E5A-731A-CB59-7B21-E75AC216A836}"/>
          </ac:spMkLst>
        </pc:spChg>
        <pc:spChg chg="del">
          <ac:chgData name="Lê Quang Thắng" userId="S::106220111@sv1.dut.udn.vn::3e20b26b-b25a-4cba-b43e-3ef074e8aa8c" providerId="AD" clId="Web-{00000000-0000-0000-0000-000000000000}" dt="2026-10-28T19:06:29.609" v="144"/>
          <ac:spMkLst>
            <pc:docMk/>
            <pc:sldMk cId="1844919665" sldId="273"/>
            <ac:spMk id="9" creationId="{685E3335-C40B-42CE-1CB0-4697F26D2B2C}"/>
          </ac:spMkLst>
        </pc:spChg>
        <pc:spChg chg="del">
          <ac:chgData name="Lê Quang Thắng" userId="S::106220111@sv1.dut.udn.vn::3e20b26b-b25a-4cba-b43e-3ef074e8aa8c" providerId="AD" clId="Web-{00000000-0000-0000-0000-000000000000}" dt="2026-10-28T19:06:29.609" v="143"/>
          <ac:spMkLst>
            <pc:docMk/>
            <pc:sldMk cId="1844919665" sldId="273"/>
            <ac:spMk id="10" creationId="{C152583A-A54F-F831-B684-E4A6D11E4BBD}"/>
          </ac:spMkLst>
        </pc:spChg>
        <pc:spChg chg="del">
          <ac:chgData name="Lê Quang Thắng" userId="S::106220111@sv1.dut.udn.vn::3e20b26b-b25a-4cba-b43e-3ef074e8aa8c" providerId="AD" clId="Web-{00000000-0000-0000-0000-000000000000}" dt="2026-10-28T19:06:29.609" v="142"/>
          <ac:spMkLst>
            <pc:docMk/>
            <pc:sldMk cId="1844919665" sldId="273"/>
            <ac:spMk id="11" creationId="{FCF35DD1-B392-E29B-C293-A164E2F6DA6C}"/>
          </ac:spMkLst>
        </pc:spChg>
        <pc:spChg chg="add del">
          <ac:chgData name="Lê Quang Thắng" userId="S::106220111@sv1.dut.udn.vn::3e20b26b-b25a-4cba-b43e-3ef074e8aa8c" providerId="AD" clId="Web-{00000000-0000-0000-0000-000000000000}" dt="2026-10-28T19:10:36.268" v="163"/>
          <ac:spMkLst>
            <pc:docMk/>
            <pc:sldMk cId="1844919665" sldId="273"/>
            <ac:spMk id="12" creationId="{B49F42E4-B843-44C2-B2DF-BBF1A2F5D585}"/>
          </ac:spMkLst>
        </pc:spChg>
        <pc:spChg chg="add del">
          <ac:chgData name="Lê Quang Thắng" userId="S::106220111@sv1.dut.udn.vn::3e20b26b-b25a-4cba-b43e-3ef074e8aa8c" providerId="AD" clId="Web-{00000000-0000-0000-0000-000000000000}" dt="2026-10-28T19:10:36.268" v="163"/>
          <ac:spMkLst>
            <pc:docMk/>
            <pc:sldMk cId="1844919665" sldId="273"/>
            <ac:spMk id="13" creationId="{BDD69F09-72B9-425D-8B6A-21051B019035}"/>
          </ac:spMkLst>
        </pc:spChg>
        <pc:spChg chg="add mod">
          <ac:chgData name="Lê Quang Thắng" userId="S::106220111@sv1.dut.udn.vn::3e20b26b-b25a-4cba-b43e-3ef074e8aa8c" providerId="AD" clId="Web-{00000000-0000-0000-0000-000000000000}" dt="2026-10-28T19:13:14.723" v="216" actId="1076"/>
          <ac:spMkLst>
            <pc:docMk/>
            <pc:sldMk cId="1844919665" sldId="273"/>
            <ac:spMk id="14" creationId="{005225A2-753F-4013-8B74-46DD100A3148}"/>
          </ac:spMkLst>
        </pc:spChg>
        <pc:spChg chg="add mod">
          <ac:chgData name="Lê Quang Thắng" userId="S::106220111@sv1.dut.udn.vn::3e20b26b-b25a-4cba-b43e-3ef074e8aa8c" providerId="AD" clId="Web-{00000000-0000-0000-0000-000000000000}" dt="2026-10-28T19:14:11.208" v="231" actId="1076"/>
          <ac:spMkLst>
            <pc:docMk/>
            <pc:sldMk cId="1844919665" sldId="273"/>
            <ac:spMk id="15" creationId="{B49F42E4-B843-44C2-B2DF-BBF1A2F5D585}"/>
          </ac:spMkLst>
        </pc:spChg>
        <pc:spChg chg="add mod">
          <ac:chgData name="Lê Quang Thắng" userId="S::106220111@sv1.dut.udn.vn::3e20b26b-b25a-4cba-b43e-3ef074e8aa8c" providerId="AD" clId="Web-{00000000-0000-0000-0000-000000000000}" dt="2026-10-28T19:13:22.598" v="219" actId="20577"/>
          <ac:spMkLst>
            <pc:docMk/>
            <pc:sldMk cId="1844919665" sldId="273"/>
            <ac:spMk id="16" creationId="{BDD69F09-72B9-425D-8B6A-21051B019035}"/>
          </ac:spMkLst>
        </pc:spChg>
        <pc:spChg chg="add mod">
          <ac:chgData name="Lê Quang Thắng" userId="S::106220111@sv1.dut.udn.vn::3e20b26b-b25a-4cba-b43e-3ef074e8aa8c" providerId="AD" clId="Web-{00000000-0000-0000-0000-000000000000}" dt="2026-10-28T19:12:50.426" v="210" actId="14100"/>
          <ac:spMkLst>
            <pc:docMk/>
            <pc:sldMk cId="1844919665" sldId="273"/>
            <ac:spMk id="17" creationId="{E6670778-E0C8-4A7D-9576-300AA109B152}"/>
          </ac:spMkLst>
        </pc:spChg>
        <pc:spChg chg="add mod">
          <ac:chgData name="Lê Quang Thắng" userId="S::106220111@sv1.dut.udn.vn::3e20b26b-b25a-4cba-b43e-3ef074e8aa8c" providerId="AD" clId="Web-{00000000-0000-0000-0000-000000000000}" dt="2026-10-28T19:13:33.708" v="222"/>
          <ac:spMkLst>
            <pc:docMk/>
            <pc:sldMk cId="1844919665" sldId="273"/>
            <ac:spMk id="18" creationId="{CE6A5E18-0BD4-47B3-B45F-FEDD5D6E1BB7}"/>
          </ac:spMkLst>
        </pc:spChg>
        <pc:spChg chg="add mod">
          <ac:chgData name="Lê Quang Thắng" userId="S::106220111@sv1.dut.udn.vn::3e20b26b-b25a-4cba-b43e-3ef074e8aa8c" providerId="AD" clId="Web-{00000000-0000-0000-0000-000000000000}" dt="2026-10-28T19:13:26.864" v="220" actId="20577"/>
          <ac:spMkLst>
            <pc:docMk/>
            <pc:sldMk cId="1844919665" sldId="273"/>
            <ac:spMk id="19" creationId="{DA257AD4-FFD4-487C-99D4-FC0989B70FF1}"/>
          </ac:spMkLst>
        </pc:spChg>
        <pc:spChg chg="add mod">
          <ac:chgData name="Lê Quang Thắng" userId="S::106220111@sv1.dut.udn.vn::3e20b26b-b25a-4cba-b43e-3ef074e8aa8c" providerId="AD" clId="Web-{00000000-0000-0000-0000-000000000000}" dt="2026-10-28T19:14:33.193" v="245" actId="1076"/>
          <ac:spMkLst>
            <pc:docMk/>
            <pc:sldMk cId="1844919665" sldId="273"/>
            <ac:spMk id="20" creationId="{E9B5A596-F7E8-422C-9FAB-8099484DC2EC}"/>
          </ac:spMkLst>
        </pc:spChg>
        <pc:spChg chg="add mod">
          <ac:chgData name="Lê Quang Thắng" userId="S::106220111@sv1.dut.udn.vn::3e20b26b-b25a-4cba-b43e-3ef074e8aa8c" providerId="AD" clId="Web-{00000000-0000-0000-0000-000000000000}" dt="2026-10-28T19:14:33.208" v="246" actId="1076"/>
          <ac:spMkLst>
            <pc:docMk/>
            <pc:sldMk cId="1844919665" sldId="273"/>
            <ac:spMk id="21" creationId="{41D95E04-D958-4277-BAB4-1C7A4AD4663F}"/>
          </ac:spMkLst>
        </pc:spChg>
        <pc:spChg chg="add mod">
          <ac:chgData name="Lê Quang Thắng" userId="S::106220111@sv1.dut.udn.vn::3e20b26b-b25a-4cba-b43e-3ef074e8aa8c" providerId="AD" clId="Web-{00000000-0000-0000-0000-000000000000}" dt="2026-10-28T19:14:33.224" v="247" actId="1076"/>
          <ac:spMkLst>
            <pc:docMk/>
            <pc:sldMk cId="1844919665" sldId="273"/>
            <ac:spMk id="22" creationId="{7D703D3B-3476-4F21-8985-F3F3B257F7A7}"/>
          </ac:spMkLst>
        </pc:spChg>
        <pc:spChg chg="add mod">
          <ac:chgData name="Lê Quang Thắng" userId="S::106220111@sv1.dut.udn.vn::3e20b26b-b25a-4cba-b43e-3ef074e8aa8c" providerId="AD" clId="Web-{00000000-0000-0000-0000-000000000000}" dt="2026-10-28T19:14:33.240" v="248" actId="1076"/>
          <ac:spMkLst>
            <pc:docMk/>
            <pc:sldMk cId="1844919665" sldId="273"/>
            <ac:spMk id="23" creationId="{0588A694-21A2-43A7-9CDA-DBEE180BE7EA}"/>
          </ac:spMkLst>
        </pc:spChg>
        <pc:picChg chg="add mod">
          <ac:chgData name="Lê Quang Thắng" userId="S::106220111@sv1.dut.udn.vn::3e20b26b-b25a-4cba-b43e-3ef074e8aa8c" providerId="AD" clId="Web-{00000000-0000-0000-0000-000000000000}" dt="2026-10-28T19:11:53.816" v="194" actId="1076"/>
          <ac:picMkLst>
            <pc:docMk/>
            <pc:sldMk cId="1844919665" sldId="273"/>
            <ac:picMk id="2" creationId="{B9E51137-4736-C10E-598F-A22894D27ED8}"/>
          </ac:picMkLst>
        </pc:picChg>
        <pc:picChg chg="del">
          <ac:chgData name="Lê Quang Thắng" userId="S::106220111@sv1.dut.udn.vn::3e20b26b-b25a-4cba-b43e-3ef074e8aa8c" providerId="AD" clId="Web-{00000000-0000-0000-0000-000000000000}" dt="2026-10-28T19:06:25.515" v="141"/>
          <ac:picMkLst>
            <pc:docMk/>
            <pc:sldMk cId="1844919665" sldId="273"/>
            <ac:picMk id="5" creationId="{9FDF5A29-EAB9-8C86-600B-3B3349C586B5}"/>
          </ac:picMkLst>
        </pc:picChg>
        <pc:picChg chg="del mod">
          <ac:chgData name="Lê Quang Thắng" userId="S::106220111@sv1.dut.udn.vn::3e20b26b-b25a-4cba-b43e-3ef074e8aa8c" providerId="AD" clId="Web-{00000000-0000-0000-0000-000000000000}" dt="2026-10-28T19:06:24.531" v="139"/>
          <ac:picMkLst>
            <pc:docMk/>
            <pc:sldMk cId="1844919665" sldId="273"/>
            <ac:picMk id="7" creationId="{963BA06A-3205-445E-613A-87B0763E5063}"/>
          </ac:picMkLst>
        </pc:picChg>
        <pc:picChg chg="del">
          <ac:chgData name="Lê Quang Thắng" userId="S::106220111@sv1.dut.udn.vn::3e20b26b-b25a-4cba-b43e-3ef074e8aa8c" providerId="AD" clId="Web-{00000000-0000-0000-0000-000000000000}" dt="2026-10-28T19:06:24.984" v="140"/>
          <ac:picMkLst>
            <pc:docMk/>
            <pc:sldMk cId="1844919665" sldId="273"/>
            <ac:picMk id="8" creationId="{5FB1DBA1-92B2-892B-CB1A-8FB7D19CF504}"/>
          </ac:picMkLst>
        </pc:picChg>
      </pc:sldChg>
      <pc:sldChg chg="addSp delSp modSp add del ord replId">
        <pc:chgData name="Lê Quang Thắng" userId="S::106220111@sv1.dut.udn.vn::3e20b26b-b25a-4cba-b43e-3ef074e8aa8c" providerId="AD" clId="Web-{00000000-0000-0000-0000-000000000000}" dt="2026-10-28T23:15:30.646" v="458" actId="1076"/>
        <pc:sldMkLst>
          <pc:docMk/>
          <pc:sldMk cId="3442656962" sldId="274"/>
        </pc:sldMkLst>
        <pc:spChg chg="mod">
          <ac:chgData name="Lê Quang Thắng" userId="S::106220111@sv1.dut.udn.vn::3e20b26b-b25a-4cba-b43e-3ef074e8aa8c" providerId="AD" clId="Web-{00000000-0000-0000-0000-000000000000}" dt="2026-10-28T23:13:45.176" v="439" actId="20577"/>
          <ac:spMkLst>
            <pc:docMk/>
            <pc:sldMk cId="3442656962" sldId="274"/>
            <ac:spMk id="5" creationId="{A2D8E1F0-F78A-EE4B-B212-240BE02A0BAC}"/>
          </ac:spMkLst>
        </pc:spChg>
        <pc:spChg chg="add del mod">
          <ac:chgData name="Lê Quang Thắng" userId="S::106220111@sv1.dut.udn.vn::3e20b26b-b25a-4cba-b43e-3ef074e8aa8c" providerId="AD" clId="Web-{00000000-0000-0000-0000-000000000000}" dt="2026-10-28T23:15:09.646" v="448"/>
          <ac:spMkLst>
            <pc:docMk/>
            <pc:sldMk cId="3442656962" sldId="274"/>
            <ac:spMk id="9" creationId="{85792F38-7A9E-FCAD-FA67-EA7AC62DC569}"/>
          </ac:spMkLst>
        </pc:spChg>
        <pc:spChg chg="add del mod">
          <ac:chgData name="Lê Quang Thắng" userId="S::106220111@sv1.dut.udn.vn::3e20b26b-b25a-4cba-b43e-3ef074e8aa8c" providerId="AD" clId="Web-{00000000-0000-0000-0000-000000000000}" dt="2026-10-28T19:46:04.539" v="315"/>
          <ac:spMkLst>
            <pc:docMk/>
            <pc:sldMk cId="3442656962" sldId="274"/>
            <ac:spMk id="11" creationId="{9266B973-B27B-BB3D-2C79-7628E39401CA}"/>
          </ac:spMkLst>
        </pc:spChg>
        <pc:spChg chg="add del mod">
          <ac:chgData name="Lê Quang Thắng" userId="S::106220111@sv1.dut.udn.vn::3e20b26b-b25a-4cba-b43e-3ef074e8aa8c" providerId="AD" clId="Web-{00000000-0000-0000-0000-000000000000}" dt="2026-10-28T19:46:06.210" v="316"/>
          <ac:spMkLst>
            <pc:docMk/>
            <pc:sldMk cId="3442656962" sldId="274"/>
            <ac:spMk id="13" creationId="{99ED56BF-274C-AB03-A7CB-CE54861E1CEE}"/>
          </ac:spMkLst>
        </pc:spChg>
        <pc:picChg chg="add del mod">
          <ac:chgData name="Lê Quang Thắng" userId="S::106220111@sv1.dut.udn.vn::3e20b26b-b25a-4cba-b43e-3ef074e8aa8c" providerId="AD" clId="Web-{00000000-0000-0000-0000-000000000000}" dt="2026-10-28T19:45:59.070" v="310"/>
          <ac:picMkLst>
            <pc:docMk/>
            <pc:sldMk cId="3442656962" sldId="274"/>
            <ac:picMk id="2" creationId="{617E5FC7-193F-140D-982D-F10B8D6B3857}"/>
          </ac:picMkLst>
        </pc:picChg>
        <pc:picChg chg="add mod">
          <ac:chgData name="Lê Quang Thắng" userId="S::106220111@sv1.dut.udn.vn::3e20b26b-b25a-4cba-b43e-3ef074e8aa8c" providerId="AD" clId="Web-{00000000-0000-0000-0000-000000000000}" dt="2026-10-28T23:15:26.833" v="456" actId="14100"/>
          <ac:picMkLst>
            <pc:docMk/>
            <pc:sldMk cId="3442656962" sldId="274"/>
            <ac:picMk id="2" creationId="{ADDC312E-58BF-2C04-B87A-76A34A2F02B3}"/>
          </ac:picMkLst>
        </pc:picChg>
        <pc:picChg chg="add del mod">
          <ac:chgData name="Lê Quang Thắng" userId="S::106220111@sv1.dut.udn.vn::3e20b26b-b25a-4cba-b43e-3ef074e8aa8c" providerId="AD" clId="Web-{00000000-0000-0000-0000-000000000000}" dt="2026-10-28T19:45:59.601" v="312"/>
          <ac:picMkLst>
            <pc:docMk/>
            <pc:sldMk cId="3442656962" sldId="274"/>
            <ac:picMk id="3" creationId="{5439A7AB-5280-A1E8-3E7C-E5CC8331AF9C}"/>
          </ac:picMkLst>
        </pc:picChg>
        <pc:picChg chg="add mod">
          <ac:chgData name="Lê Quang Thắng" userId="S::106220111@sv1.dut.udn.vn::3e20b26b-b25a-4cba-b43e-3ef074e8aa8c" providerId="AD" clId="Web-{00000000-0000-0000-0000-000000000000}" dt="2026-10-28T23:15:30.646" v="458" actId="1076"/>
          <ac:picMkLst>
            <pc:docMk/>
            <pc:sldMk cId="3442656962" sldId="274"/>
            <ac:picMk id="3" creationId="{F9F1B9F5-8F5A-EE3E-4B69-568C2CF52CFF}"/>
          </ac:picMkLst>
        </pc:picChg>
        <pc:picChg chg="add del mod">
          <ac:chgData name="Lê Quang Thắng" userId="S::106220111@sv1.dut.udn.vn::3e20b26b-b25a-4cba-b43e-3ef074e8aa8c" providerId="AD" clId="Web-{00000000-0000-0000-0000-000000000000}" dt="2026-10-28T19:46:00.148" v="313"/>
          <ac:picMkLst>
            <pc:docMk/>
            <pc:sldMk cId="3442656962" sldId="274"/>
            <ac:picMk id="6" creationId="{9284FD82-42D9-896D-414A-8A247857C627}"/>
          </ac:picMkLst>
        </pc:picChg>
        <pc:picChg chg="add del mod">
          <ac:chgData name="Lê Quang Thắng" userId="S::106220111@sv1.dut.udn.vn::3e20b26b-b25a-4cba-b43e-3ef074e8aa8c" providerId="AD" clId="Web-{00000000-0000-0000-0000-000000000000}" dt="2026-10-28T23:13:47.582" v="440"/>
          <ac:picMkLst>
            <pc:docMk/>
            <pc:sldMk cId="3442656962" sldId="274"/>
            <ac:picMk id="7" creationId="{66762B59-2979-A9A3-FF4C-246C4F250B6E}"/>
          </ac:picMkLst>
        </pc:picChg>
        <pc:picChg chg="del">
          <ac:chgData name="Lê Quang Thắng" userId="S::106220111@sv1.dut.udn.vn::3e20b26b-b25a-4cba-b43e-3ef074e8aa8c" providerId="AD" clId="Web-{00000000-0000-0000-0000-000000000000}" dt="2026-10-28T19:24:04.950" v="268"/>
          <ac:picMkLst>
            <pc:docMk/>
            <pc:sldMk cId="3442656962" sldId="274"/>
            <ac:picMk id="7" creationId="{D9C91867-2258-D502-4CF0-054B8B08E9CA}"/>
          </ac:picMkLst>
        </pc:picChg>
      </pc:sldChg>
      <pc:sldChg chg="add ord replId">
        <pc:chgData name="Lê Quang Thắng" userId="S::106220111@sv1.dut.udn.vn::3e20b26b-b25a-4cba-b43e-3ef074e8aa8c" providerId="AD" clId="Web-{00000000-0000-0000-0000-000000000000}" dt="2026-10-28T23:24:09.603" v="459"/>
        <pc:sldMkLst>
          <pc:docMk/>
          <pc:sldMk cId="1647714906" sldId="275"/>
        </pc:sldMkLst>
      </pc:sldChg>
      <pc:sldChg chg="modSp add replId">
        <pc:chgData name="Lê Quang Thắng" userId="S::106220111@sv1.dut.udn.vn::3e20b26b-b25a-4cba-b43e-3ef074e8aa8c" providerId="AD" clId="Web-{00000000-0000-0000-0000-000000000000}" dt="2026-10-28T23:38:11.282" v="472" actId="20577"/>
        <pc:sldMkLst>
          <pc:docMk/>
          <pc:sldMk cId="1153202394" sldId="280"/>
        </pc:sldMkLst>
        <pc:spChg chg="mod">
          <ac:chgData name="Lê Quang Thắng" userId="S::106220111@sv1.dut.udn.vn::3e20b26b-b25a-4cba-b43e-3ef074e8aa8c" providerId="AD" clId="Web-{00000000-0000-0000-0000-000000000000}" dt="2026-10-28T23:38:11.282" v="472" actId="20577"/>
          <ac:spMkLst>
            <pc:docMk/>
            <pc:sldMk cId="1153202394" sldId="280"/>
            <ac:spMk id="9" creationId="{3F077208-86BA-116C-E7D5-C6A56FBD4854}"/>
          </ac:spMkLst>
        </pc:spChg>
      </pc:sldChg>
    </pc:docChg>
  </pc:docChgLst>
  <pc:docChgLst>
    <pc:chgData name="Lê Quang Thắng" userId="S::106220111@sv1.dut.udn.vn::3e20b26b-b25a-4cba-b43e-3ef074e8aa8c" providerId="AD" clId="Web-{B4BF27C3-5757-76E3-2AB9-DEFF3E3B12B3}"/>
    <pc:docChg chg="addSld modSld">
      <pc:chgData name="Lê Quang Thắng" userId="S::106220111@sv1.dut.udn.vn::3e20b26b-b25a-4cba-b43e-3ef074e8aa8c" providerId="AD" clId="Web-{B4BF27C3-5757-76E3-2AB9-DEFF3E3B12B3}" dt="2026-10-28T18:21:59.609" v="64" actId="20577"/>
      <pc:docMkLst>
        <pc:docMk/>
      </pc:docMkLst>
      <pc:sldChg chg="addSp delSp modSp">
        <pc:chgData name="Lê Quang Thắng" userId="S::106220111@sv1.dut.udn.vn::3e20b26b-b25a-4cba-b43e-3ef074e8aa8c" providerId="AD" clId="Web-{B4BF27C3-5757-76E3-2AB9-DEFF3E3B12B3}" dt="2026-10-28T18:21:59.609" v="64" actId="20577"/>
        <pc:sldMkLst>
          <pc:docMk/>
          <pc:sldMk cId="1695146219" sldId="262"/>
        </pc:sldMkLst>
        <pc:spChg chg="add mod">
          <ac:chgData name="Lê Quang Thắng" userId="S::106220111@sv1.dut.udn.vn::3e20b26b-b25a-4cba-b43e-3ef074e8aa8c" providerId="AD" clId="Web-{B4BF27C3-5757-76E3-2AB9-DEFF3E3B12B3}" dt="2026-10-28T18:18:44.816" v="53" actId="20577"/>
          <ac:spMkLst>
            <pc:docMk/>
            <pc:sldMk cId="1695146219" sldId="262"/>
            <ac:spMk id="5" creationId="{D2126909-F0E4-A951-7814-F01754FE759B}"/>
          </ac:spMkLst>
        </pc:spChg>
        <pc:spChg chg="add mod">
          <ac:chgData name="Lê Quang Thắng" userId="S::106220111@sv1.dut.udn.vn::3e20b26b-b25a-4cba-b43e-3ef074e8aa8c" providerId="AD" clId="Web-{B4BF27C3-5757-76E3-2AB9-DEFF3E3B12B3}" dt="2026-10-28T18:21:59.609" v="64" actId="20577"/>
          <ac:spMkLst>
            <pc:docMk/>
            <pc:sldMk cId="1695146219" sldId="262"/>
            <ac:spMk id="8" creationId="{3BE13869-DE01-783C-1475-C509B898BC35}"/>
          </ac:spMkLst>
        </pc:spChg>
        <pc:picChg chg="add del mod">
          <ac:chgData name="Lê Quang Thắng" userId="S::106220111@sv1.dut.udn.vn::3e20b26b-b25a-4cba-b43e-3ef074e8aa8c" providerId="AD" clId="Web-{B4BF27C3-5757-76E3-2AB9-DEFF3E3B12B3}" dt="2026-10-28T18:18:46.160" v="54"/>
          <ac:picMkLst>
            <pc:docMk/>
            <pc:sldMk cId="1695146219" sldId="262"/>
            <ac:picMk id="2" creationId="{EC08C111-8C96-1CFF-0F00-3906B7002F5E}"/>
          </ac:picMkLst>
        </pc:picChg>
        <pc:picChg chg="add del mod">
          <ac:chgData name="Lê Quang Thắng" userId="S::106220111@sv1.dut.udn.vn::3e20b26b-b25a-4cba-b43e-3ef074e8aa8c" providerId="AD" clId="Web-{B4BF27C3-5757-76E3-2AB9-DEFF3E3B12B3}" dt="2026-10-28T18:18:47.895" v="55"/>
          <ac:picMkLst>
            <pc:docMk/>
            <pc:sldMk cId="1695146219" sldId="262"/>
            <ac:picMk id="6" creationId="{E2FAF1DB-320B-5F2A-0380-F963CBD29A9A}"/>
          </ac:picMkLst>
        </pc:picChg>
        <pc:picChg chg="add mod">
          <ac:chgData name="Lê Quang Thắng" userId="S::106220111@sv1.dut.udn.vn::3e20b26b-b25a-4cba-b43e-3ef074e8aa8c" providerId="AD" clId="Web-{B4BF27C3-5757-76E3-2AB9-DEFF3E3B12B3}" dt="2026-10-28T18:18:51.973" v="57" actId="1076"/>
          <ac:picMkLst>
            <pc:docMk/>
            <pc:sldMk cId="1695146219" sldId="262"/>
            <ac:picMk id="7" creationId="{7390CB5C-DA7F-ABD6-90A1-0DF30406C25E}"/>
          </ac:picMkLst>
        </pc:picChg>
      </pc:sldChg>
      <pc:sldChg chg="addSp delSp modSp add replId">
        <pc:chgData name="Lê Quang Thắng" userId="S::106220111@sv1.dut.udn.vn::3e20b26b-b25a-4cba-b43e-3ef074e8aa8c" providerId="AD" clId="Web-{B4BF27C3-5757-76E3-2AB9-DEFF3E3B12B3}" dt="2026-10-28T18:10:27.836" v="35" actId="1076"/>
        <pc:sldMkLst>
          <pc:docMk/>
          <pc:sldMk cId="631110993" sldId="270"/>
        </pc:sldMkLst>
        <pc:spChg chg="del">
          <ac:chgData name="Lê Quang Thắng" userId="S::106220111@sv1.dut.udn.vn::3e20b26b-b25a-4cba-b43e-3ef074e8aa8c" providerId="AD" clId="Web-{B4BF27C3-5757-76E3-2AB9-DEFF3E3B12B3}" dt="2026-10-28T18:10:06.585" v="31"/>
          <ac:spMkLst>
            <pc:docMk/>
            <pc:sldMk cId="631110993" sldId="270"/>
            <ac:spMk id="5" creationId="{85E1CBCF-1870-E773-8705-C9D3D000FE64}"/>
          </ac:spMkLst>
        </pc:spChg>
        <pc:picChg chg="del">
          <ac:chgData name="Lê Quang Thắng" userId="S::106220111@sv1.dut.udn.vn::3e20b26b-b25a-4cba-b43e-3ef074e8aa8c" providerId="AD" clId="Web-{B4BF27C3-5757-76E3-2AB9-DEFF3E3B12B3}" dt="2026-10-28T18:09:52.694" v="24"/>
          <ac:picMkLst>
            <pc:docMk/>
            <pc:sldMk cId="631110993" sldId="270"/>
            <ac:picMk id="2" creationId="{BA9CFB6F-835D-66CC-64BB-A55FD6C210E6}"/>
          </ac:picMkLst>
        </pc:picChg>
        <pc:picChg chg="add mod">
          <ac:chgData name="Lê Quang Thắng" userId="S::106220111@sv1.dut.udn.vn::3e20b26b-b25a-4cba-b43e-3ef074e8aa8c" providerId="AD" clId="Web-{B4BF27C3-5757-76E3-2AB9-DEFF3E3B12B3}" dt="2026-10-28T18:10:27.836" v="35" actId="1076"/>
          <ac:picMkLst>
            <pc:docMk/>
            <pc:sldMk cId="631110993" sldId="270"/>
            <ac:picMk id="3" creationId="{32DBFBE7-217F-BC2B-35D1-82D1B37CAD92}"/>
          </ac:picMkLst>
        </pc:picChg>
        <pc:picChg chg="del">
          <ac:chgData name="Lê Quang Thắng" userId="S::106220111@sv1.dut.udn.vn::3e20b26b-b25a-4cba-b43e-3ef074e8aa8c" providerId="AD" clId="Web-{B4BF27C3-5757-76E3-2AB9-DEFF3E3B12B3}" dt="2026-10-28T18:09:53.569" v="25"/>
          <ac:picMkLst>
            <pc:docMk/>
            <pc:sldMk cId="631110993" sldId="270"/>
            <ac:picMk id="6" creationId="{E0D625B1-7BCD-48D9-7D24-86405EDB70DE}"/>
          </ac:picMkLst>
        </pc:picChg>
      </pc:sldChg>
    </pc:docChg>
  </pc:docChgLst>
  <pc:docChgLst>
    <pc:chgData name="Nguyễn Ái Chinh" userId="46f12a8c-5992-4234-94f2-8900debf7bdd" providerId="ADAL" clId="{D0EC1362-F583-4716-A696-1AACB741C501}"/>
    <pc:docChg chg="undo custSel addSld delSld modSld sldOrd">
      <pc:chgData name="Nguyễn Ái Chinh" userId="46f12a8c-5992-4234-94f2-8900debf7bdd" providerId="ADAL" clId="{D0EC1362-F583-4716-A696-1AACB741C501}" dt="2026-10-29T02:25:23.418" v="561" actId="1076"/>
      <pc:docMkLst>
        <pc:docMk/>
      </pc:docMkLst>
      <pc:sldChg chg="modSp mod">
        <pc:chgData name="Nguyễn Ái Chinh" userId="46f12a8c-5992-4234-94f2-8900debf7bdd" providerId="ADAL" clId="{D0EC1362-F583-4716-A696-1AACB741C501}" dt="2026-10-28T23:09:56.559" v="168" actId="20577"/>
        <pc:sldMkLst>
          <pc:docMk/>
          <pc:sldMk cId="1491123032" sldId="257"/>
        </pc:sldMkLst>
        <pc:spChg chg="mod">
          <ac:chgData name="Nguyễn Ái Chinh" userId="46f12a8c-5992-4234-94f2-8900debf7bdd" providerId="ADAL" clId="{D0EC1362-F583-4716-A696-1AACB741C501}" dt="2026-10-28T23:09:56.559" v="168" actId="20577"/>
          <ac:spMkLst>
            <pc:docMk/>
            <pc:sldMk cId="1491123032" sldId="257"/>
            <ac:spMk id="4" creationId="{86F95DDF-54F8-44B5-9C47-DA6584D86BB7}"/>
          </ac:spMkLst>
        </pc:spChg>
      </pc:sldChg>
      <pc:sldChg chg="modSp mod">
        <pc:chgData name="Nguyễn Ái Chinh" userId="46f12a8c-5992-4234-94f2-8900debf7bdd" providerId="ADAL" clId="{D0EC1362-F583-4716-A696-1AACB741C501}" dt="2026-10-28T23:10:07.361" v="171" actId="20577"/>
        <pc:sldMkLst>
          <pc:docMk/>
          <pc:sldMk cId="689455757" sldId="258"/>
        </pc:sldMkLst>
        <pc:spChg chg="mod">
          <ac:chgData name="Nguyễn Ái Chinh" userId="46f12a8c-5992-4234-94f2-8900debf7bdd" providerId="ADAL" clId="{D0EC1362-F583-4716-A696-1AACB741C501}" dt="2026-10-28T23:10:07.361" v="171" actId="20577"/>
          <ac:spMkLst>
            <pc:docMk/>
            <pc:sldMk cId="689455757" sldId="258"/>
            <ac:spMk id="4" creationId="{DEC5F4D5-F998-4CC5-928A-77D156D6650E}"/>
          </ac:spMkLst>
        </pc:spChg>
      </pc:sldChg>
      <pc:sldChg chg="addSp delSp modSp mod">
        <pc:chgData name="Nguyễn Ái Chinh" userId="46f12a8c-5992-4234-94f2-8900debf7bdd" providerId="ADAL" clId="{D0EC1362-F583-4716-A696-1AACB741C501}" dt="2026-10-28T23:10:25.958" v="177" actId="20577"/>
        <pc:sldMkLst>
          <pc:docMk/>
          <pc:sldMk cId="1558269017" sldId="259"/>
        </pc:sldMkLst>
        <pc:spChg chg="del mod">
          <ac:chgData name="Nguyễn Ái Chinh" userId="46f12a8c-5992-4234-94f2-8900debf7bdd" providerId="ADAL" clId="{D0EC1362-F583-4716-A696-1AACB741C501}" dt="2026-10-28T23:10:19.701" v="173" actId="478"/>
          <ac:spMkLst>
            <pc:docMk/>
            <pc:sldMk cId="1558269017" sldId="259"/>
            <ac:spMk id="4" creationId="{5780679A-1F38-4BB2-83F6-4E325757B4DB}"/>
          </ac:spMkLst>
        </pc:spChg>
        <pc:spChg chg="add mod">
          <ac:chgData name="Nguyễn Ái Chinh" userId="46f12a8c-5992-4234-94f2-8900debf7bdd" providerId="ADAL" clId="{D0EC1362-F583-4716-A696-1AACB741C501}" dt="2026-10-28T23:10:25.958" v="177" actId="20577"/>
          <ac:spMkLst>
            <pc:docMk/>
            <pc:sldMk cId="1558269017" sldId="259"/>
            <ac:spMk id="40" creationId="{31AB53D0-F239-2A37-C786-6991F8BD421D}"/>
          </ac:spMkLst>
        </pc:spChg>
      </pc:sldChg>
      <pc:sldChg chg="addSp delSp modSp mod">
        <pc:chgData name="Nguyễn Ái Chinh" userId="46f12a8c-5992-4234-94f2-8900debf7bdd" providerId="ADAL" clId="{D0EC1362-F583-4716-A696-1AACB741C501}" dt="2026-10-28T23:10:35.634" v="182" actId="20577"/>
        <pc:sldMkLst>
          <pc:docMk/>
          <pc:sldMk cId="1377217103" sldId="260"/>
        </pc:sldMkLst>
        <pc:spChg chg="del">
          <ac:chgData name="Nguyễn Ái Chinh" userId="46f12a8c-5992-4234-94f2-8900debf7bdd" providerId="ADAL" clId="{D0EC1362-F583-4716-A696-1AACB741C501}" dt="2026-10-28T23:10:33.027" v="178" actId="478"/>
          <ac:spMkLst>
            <pc:docMk/>
            <pc:sldMk cId="1377217103" sldId="260"/>
            <ac:spMk id="4" creationId="{95FBF6AF-368C-41C9-82FC-CFBE9AE99525}"/>
          </ac:spMkLst>
        </pc:spChg>
        <pc:spChg chg="add mod">
          <ac:chgData name="Nguyễn Ái Chinh" userId="46f12a8c-5992-4234-94f2-8900debf7bdd" providerId="ADAL" clId="{D0EC1362-F583-4716-A696-1AACB741C501}" dt="2026-10-28T23:10:35.634" v="182" actId="20577"/>
          <ac:spMkLst>
            <pc:docMk/>
            <pc:sldMk cId="1377217103" sldId="260"/>
            <ac:spMk id="40" creationId="{5AABEBBA-D330-5094-8BB7-51562EF924B2}"/>
          </ac:spMkLst>
        </pc:spChg>
      </pc:sldChg>
      <pc:sldChg chg="addSp delSp modSp mod">
        <pc:chgData name="Nguyễn Ái Chinh" userId="46f12a8c-5992-4234-94f2-8900debf7bdd" providerId="ADAL" clId="{D0EC1362-F583-4716-A696-1AACB741C501}" dt="2026-10-28T23:10:42.176" v="187" actId="20577"/>
        <pc:sldMkLst>
          <pc:docMk/>
          <pc:sldMk cId="1093556639" sldId="261"/>
        </pc:sldMkLst>
        <pc:spChg chg="del">
          <ac:chgData name="Nguyễn Ái Chinh" userId="46f12a8c-5992-4234-94f2-8900debf7bdd" providerId="ADAL" clId="{D0EC1362-F583-4716-A696-1AACB741C501}" dt="2026-10-28T23:10:39.764" v="183" actId="478"/>
          <ac:spMkLst>
            <pc:docMk/>
            <pc:sldMk cId="1093556639" sldId="261"/>
            <ac:spMk id="4" creationId="{B0792C96-6EA8-4497-832B-0D0763C8E116}"/>
          </ac:spMkLst>
        </pc:spChg>
        <pc:spChg chg="add mod">
          <ac:chgData name="Nguyễn Ái Chinh" userId="46f12a8c-5992-4234-94f2-8900debf7bdd" providerId="ADAL" clId="{D0EC1362-F583-4716-A696-1AACB741C501}" dt="2026-10-28T23:10:42.176" v="187" actId="20577"/>
          <ac:spMkLst>
            <pc:docMk/>
            <pc:sldMk cId="1093556639" sldId="261"/>
            <ac:spMk id="37" creationId="{6D74A8DA-3240-02E9-28FA-13EC43ACAF23}"/>
          </ac:spMkLst>
        </pc:spChg>
      </pc:sldChg>
      <pc:sldChg chg="addSp delSp modSp mod">
        <pc:chgData name="Nguyễn Ái Chinh" userId="46f12a8c-5992-4234-94f2-8900debf7bdd" providerId="ADAL" clId="{D0EC1362-F583-4716-A696-1AACB741C501}" dt="2026-10-28T23:10:49.014" v="192" actId="20577"/>
        <pc:sldMkLst>
          <pc:docMk/>
          <pc:sldMk cId="1695146219" sldId="262"/>
        </pc:sldMkLst>
        <pc:spChg chg="del">
          <ac:chgData name="Nguyễn Ái Chinh" userId="46f12a8c-5992-4234-94f2-8900debf7bdd" providerId="ADAL" clId="{D0EC1362-F583-4716-A696-1AACB741C501}" dt="2026-10-28T23:10:46.456" v="188" actId="478"/>
          <ac:spMkLst>
            <pc:docMk/>
            <pc:sldMk cId="1695146219" sldId="262"/>
            <ac:spMk id="4" creationId="{1C0E78FE-B308-4E27-8435-E750640FCE2B}"/>
          </ac:spMkLst>
        </pc:spChg>
        <pc:spChg chg="add mod">
          <ac:chgData name="Nguyễn Ái Chinh" userId="46f12a8c-5992-4234-94f2-8900debf7bdd" providerId="ADAL" clId="{D0EC1362-F583-4716-A696-1AACB741C501}" dt="2026-10-28T23:10:49.014" v="192" actId="20577"/>
          <ac:spMkLst>
            <pc:docMk/>
            <pc:sldMk cId="1695146219" sldId="262"/>
            <ac:spMk id="26" creationId="{1B191C05-EA71-28C6-F888-DC17EFFC2747}"/>
          </ac:spMkLst>
        </pc:spChg>
      </pc:sldChg>
      <pc:sldChg chg="addSp delSp modSp mod ord">
        <pc:chgData name="Nguyễn Ái Chinh" userId="46f12a8c-5992-4234-94f2-8900debf7bdd" providerId="ADAL" clId="{D0EC1362-F583-4716-A696-1AACB741C501}" dt="2026-10-29T00:08:43.095" v="237"/>
        <pc:sldMkLst>
          <pc:docMk/>
          <pc:sldMk cId="355383496" sldId="264"/>
        </pc:sldMkLst>
        <pc:spChg chg="add del">
          <ac:chgData name="Nguyễn Ái Chinh" userId="46f12a8c-5992-4234-94f2-8900debf7bdd" providerId="ADAL" clId="{D0EC1362-F583-4716-A696-1AACB741C501}" dt="2026-10-28T14:00:34.731" v="24" actId="478"/>
          <ac:spMkLst>
            <pc:docMk/>
            <pc:sldMk cId="355383496" sldId="264"/>
            <ac:spMk id="2" creationId="{7BB90CFC-796E-451E-862B-7B2644C78AFF}"/>
          </ac:spMkLst>
        </pc:spChg>
        <pc:spChg chg="add del mod">
          <ac:chgData name="Nguyễn Ái Chinh" userId="46f12a8c-5992-4234-94f2-8900debf7bdd" providerId="ADAL" clId="{D0EC1362-F583-4716-A696-1AACB741C501}" dt="2026-10-29T00:08:43.095" v="237"/>
          <ac:spMkLst>
            <pc:docMk/>
            <pc:sldMk cId="355383496" sldId="264"/>
            <ac:spMk id="2" creationId="{B8E8156F-AEEF-DAE4-2C68-E7DF7E3C5079}"/>
          </ac:spMkLst>
        </pc:spChg>
        <pc:spChg chg="mod">
          <ac:chgData name="Nguyễn Ái Chinh" userId="46f12a8c-5992-4234-94f2-8900debf7bdd" providerId="ADAL" clId="{D0EC1362-F583-4716-A696-1AACB741C501}" dt="2026-10-28T14:01:02.840" v="30" actId="20577"/>
          <ac:spMkLst>
            <pc:docMk/>
            <pc:sldMk cId="355383496" sldId="264"/>
            <ac:spMk id="4" creationId="{798BF2BD-6AEA-428E-A905-B1CAF0CC700F}"/>
          </ac:spMkLst>
        </pc:spChg>
        <pc:spChg chg="add del">
          <ac:chgData name="Nguyễn Ái Chinh" userId="46f12a8c-5992-4234-94f2-8900debf7bdd" providerId="ADAL" clId="{D0EC1362-F583-4716-A696-1AACB741C501}" dt="2026-10-28T14:00:34.731" v="24" actId="478"/>
          <ac:spMkLst>
            <pc:docMk/>
            <pc:sldMk cId="355383496" sldId="264"/>
            <ac:spMk id="5" creationId="{CEB631C2-E028-46CD-B711-F171E80EDD98}"/>
          </ac:spMkLst>
        </pc:spChg>
        <pc:spChg chg="add del">
          <ac:chgData name="Nguyễn Ái Chinh" userId="46f12a8c-5992-4234-94f2-8900debf7bdd" providerId="ADAL" clId="{D0EC1362-F583-4716-A696-1AACB741C501}" dt="2026-10-28T14:00:34.731" v="24" actId="478"/>
          <ac:spMkLst>
            <pc:docMk/>
            <pc:sldMk cId="355383496" sldId="264"/>
            <ac:spMk id="6" creationId="{C3344882-6E63-453D-A0C4-58108401BFCC}"/>
          </ac:spMkLst>
        </pc:spChg>
        <pc:spChg chg="add del">
          <ac:chgData name="Nguyễn Ái Chinh" userId="46f12a8c-5992-4234-94f2-8900debf7bdd" providerId="ADAL" clId="{D0EC1362-F583-4716-A696-1AACB741C501}" dt="2026-10-28T14:00:34.731" v="24" actId="478"/>
          <ac:spMkLst>
            <pc:docMk/>
            <pc:sldMk cId="355383496" sldId="264"/>
            <ac:spMk id="8" creationId="{730543E0-5CA5-4CA1-B2AE-362DD35EDF85}"/>
          </ac:spMkLst>
        </pc:spChg>
        <pc:spChg chg="add del">
          <ac:chgData name="Nguyễn Ái Chinh" userId="46f12a8c-5992-4234-94f2-8900debf7bdd" providerId="ADAL" clId="{D0EC1362-F583-4716-A696-1AACB741C501}" dt="2026-10-28T14:00:23.565" v="19" actId="478"/>
          <ac:spMkLst>
            <pc:docMk/>
            <pc:sldMk cId="355383496" sldId="264"/>
            <ac:spMk id="9" creationId="{B118A2A3-8D28-4954-A678-0C282586EBC0}"/>
          </ac:spMkLst>
        </pc:spChg>
        <pc:spChg chg="add del">
          <ac:chgData name="Nguyễn Ái Chinh" userId="46f12a8c-5992-4234-94f2-8900debf7bdd" providerId="ADAL" clId="{D0EC1362-F583-4716-A696-1AACB741C501}" dt="2026-10-28T14:00:34.731" v="24" actId="478"/>
          <ac:spMkLst>
            <pc:docMk/>
            <pc:sldMk cId="355383496" sldId="264"/>
            <ac:spMk id="10" creationId="{9A9B64F1-77C8-46C2-9612-D4032EDFD24B}"/>
          </ac:spMkLst>
        </pc:spChg>
        <pc:spChg chg="add del">
          <ac:chgData name="Nguyễn Ái Chinh" userId="46f12a8c-5992-4234-94f2-8900debf7bdd" providerId="ADAL" clId="{D0EC1362-F583-4716-A696-1AACB741C501}" dt="2026-10-28T14:00:34.731" v="24" actId="478"/>
          <ac:spMkLst>
            <pc:docMk/>
            <pc:sldMk cId="355383496" sldId="264"/>
            <ac:spMk id="11" creationId="{32718D77-A786-4C95-9067-BEAFB1190834}"/>
          </ac:spMkLst>
        </pc:spChg>
        <pc:spChg chg="add del">
          <ac:chgData name="Nguyễn Ái Chinh" userId="46f12a8c-5992-4234-94f2-8900debf7bdd" providerId="ADAL" clId="{D0EC1362-F583-4716-A696-1AACB741C501}" dt="2026-10-28T14:00:34.731" v="24" actId="478"/>
          <ac:spMkLst>
            <pc:docMk/>
            <pc:sldMk cId="355383496" sldId="264"/>
            <ac:spMk id="13" creationId="{9F63C79C-D3E8-4C20-859B-A125B4F31266}"/>
          </ac:spMkLst>
        </pc:spChg>
        <pc:spChg chg="add del">
          <ac:chgData name="Nguyễn Ái Chinh" userId="46f12a8c-5992-4234-94f2-8900debf7bdd" providerId="ADAL" clId="{D0EC1362-F583-4716-A696-1AACB741C501}" dt="2026-10-28T14:00:34.731" v="24" actId="478"/>
          <ac:spMkLst>
            <pc:docMk/>
            <pc:sldMk cId="355383496" sldId="264"/>
            <ac:spMk id="15" creationId="{1DC9B83D-2757-4971-88E6-BCCC2A04AA7F}"/>
          </ac:spMkLst>
        </pc:spChg>
        <pc:spChg chg="add del">
          <ac:chgData name="Nguyễn Ái Chinh" userId="46f12a8c-5992-4234-94f2-8900debf7bdd" providerId="ADAL" clId="{D0EC1362-F583-4716-A696-1AACB741C501}" dt="2026-10-28T14:00:34.731" v="24" actId="478"/>
          <ac:spMkLst>
            <pc:docMk/>
            <pc:sldMk cId="355383496" sldId="264"/>
            <ac:spMk id="18" creationId="{3C38B626-9C46-4D43-BF0E-28423EFE7138}"/>
          </ac:spMkLst>
        </pc:spChg>
        <pc:spChg chg="del">
          <ac:chgData name="Nguyễn Ái Chinh" userId="46f12a8c-5992-4234-94f2-8900debf7bdd" providerId="ADAL" clId="{D0EC1362-F583-4716-A696-1AACB741C501}" dt="2026-10-28T14:00:59.755" v="28" actId="21"/>
          <ac:spMkLst>
            <pc:docMk/>
            <pc:sldMk cId="355383496" sldId="264"/>
            <ac:spMk id="19" creationId="{A63618FC-0539-C347-967B-71D8403A293A}"/>
          </ac:spMkLst>
        </pc:spChg>
        <pc:spChg chg="del">
          <ac:chgData name="Nguyễn Ái Chinh" userId="46f12a8c-5992-4234-94f2-8900debf7bdd" providerId="ADAL" clId="{D0EC1362-F583-4716-A696-1AACB741C501}" dt="2026-10-28T14:00:34.731" v="24" actId="478"/>
          <ac:spMkLst>
            <pc:docMk/>
            <pc:sldMk cId="355383496" sldId="264"/>
            <ac:spMk id="21" creationId="{DC983485-55B9-E5AB-E9ED-75C7C208826E}"/>
          </ac:spMkLst>
        </pc:spChg>
        <pc:spChg chg="add del mod">
          <ac:chgData name="Nguyễn Ái Chinh" userId="46f12a8c-5992-4234-94f2-8900debf7bdd" providerId="ADAL" clId="{D0EC1362-F583-4716-A696-1AACB741C501}" dt="2026-10-28T14:00:55.923" v="27" actId="21"/>
          <ac:spMkLst>
            <pc:docMk/>
            <pc:sldMk cId="355383496" sldId="264"/>
            <ac:spMk id="23" creationId="{D6D091F3-0342-3DAB-0410-D2329561C62E}"/>
          </ac:spMkLst>
        </pc:spChg>
        <pc:spChg chg="add mod">
          <ac:chgData name="Nguyễn Ái Chinh" userId="46f12a8c-5992-4234-94f2-8900debf7bdd" providerId="ADAL" clId="{D0EC1362-F583-4716-A696-1AACB741C501}" dt="2026-10-28T23:37:02.336" v="234" actId="1076"/>
          <ac:spMkLst>
            <pc:docMk/>
            <pc:sldMk cId="355383496" sldId="264"/>
            <ac:spMk id="27" creationId="{4482DC80-5150-2907-C948-25957DDB99D7}"/>
          </ac:spMkLst>
        </pc:spChg>
        <pc:picChg chg="add">
          <ac:chgData name="Nguyễn Ái Chinh" userId="46f12a8c-5992-4234-94f2-8900debf7bdd" providerId="ADAL" clId="{D0EC1362-F583-4716-A696-1AACB741C501}" dt="2026-10-28T14:00:48.422" v="25" actId="22"/>
          <ac:picMkLst>
            <pc:docMk/>
            <pc:sldMk cId="355383496" sldId="264"/>
            <ac:picMk id="25" creationId="{CFB283B4-D353-6BE0-95A5-71294EBFCB3A}"/>
          </ac:picMkLst>
        </pc:picChg>
      </pc:sldChg>
      <pc:sldChg chg="addSp delSp new del mod">
        <pc:chgData name="Nguyễn Ái Chinh" userId="46f12a8c-5992-4234-94f2-8900debf7bdd" providerId="ADAL" clId="{D0EC1362-F583-4716-A696-1AACB741C501}" dt="2026-10-28T14:00:23.685" v="23" actId="680"/>
        <pc:sldMkLst>
          <pc:docMk/>
          <pc:sldMk cId="452536410" sldId="265"/>
        </pc:sldMkLst>
        <pc:picChg chg="add del">
          <ac:chgData name="Nguyễn Ái Chinh" userId="46f12a8c-5992-4234-94f2-8900debf7bdd" providerId="ADAL" clId="{D0EC1362-F583-4716-A696-1AACB741C501}" dt="2026-10-28T14:00:22.957" v="12" actId="22"/>
          <ac:picMkLst>
            <pc:docMk/>
            <pc:sldMk cId="452536410" sldId="265"/>
            <ac:picMk id="3" creationId="{E2A5A371-7C78-A411-7277-33E4572BD57E}"/>
          </ac:picMkLst>
        </pc:picChg>
      </pc:sldChg>
      <pc:sldChg chg="addSp delSp modSp new mod">
        <pc:chgData name="Nguyễn Ái Chinh" userId="46f12a8c-5992-4234-94f2-8900debf7bdd" providerId="ADAL" clId="{D0EC1362-F583-4716-A696-1AACB741C501}" dt="2026-10-28T23:15:36.486" v="231" actId="1076"/>
        <pc:sldMkLst>
          <pc:docMk/>
          <pc:sldMk cId="3607678152" sldId="265"/>
        </pc:sldMkLst>
        <pc:spChg chg="add mod">
          <ac:chgData name="Nguyễn Ái Chinh" userId="46f12a8c-5992-4234-94f2-8900debf7bdd" providerId="ADAL" clId="{D0EC1362-F583-4716-A696-1AACB741C501}" dt="2026-10-28T14:02:14.495" v="36" actId="20577"/>
          <ac:spMkLst>
            <pc:docMk/>
            <pc:sldMk cId="3607678152" sldId="265"/>
            <ac:spMk id="3" creationId="{4AB702FC-96A7-EC49-12A4-03E804880A5D}"/>
          </ac:spMkLst>
        </pc:spChg>
        <pc:picChg chg="add del mod">
          <ac:chgData name="Nguyễn Ái Chinh" userId="46f12a8c-5992-4234-94f2-8900debf7bdd" providerId="ADAL" clId="{D0EC1362-F583-4716-A696-1AACB741C501}" dt="2026-10-28T23:04:22.811" v="131" actId="478"/>
          <ac:picMkLst>
            <pc:docMk/>
            <pc:sldMk cId="3607678152" sldId="265"/>
            <ac:picMk id="4" creationId="{4ACDABD1-9E99-3CD6-0F62-EB9F80A3EF16}"/>
          </ac:picMkLst>
        </pc:picChg>
        <pc:picChg chg="add mod">
          <ac:chgData name="Nguyễn Ái Chinh" userId="46f12a8c-5992-4234-94f2-8900debf7bdd" providerId="ADAL" clId="{D0EC1362-F583-4716-A696-1AACB741C501}" dt="2026-10-28T23:08:41.987" v="141" actId="1076"/>
          <ac:picMkLst>
            <pc:docMk/>
            <pc:sldMk cId="3607678152" sldId="265"/>
            <ac:picMk id="5" creationId="{6A0DB560-9041-E879-6BD2-1805511A4AF9}"/>
          </ac:picMkLst>
        </pc:picChg>
        <pc:picChg chg="add del mod">
          <ac:chgData name="Nguyễn Ái Chinh" userId="46f12a8c-5992-4234-94f2-8900debf7bdd" providerId="ADAL" clId="{D0EC1362-F583-4716-A696-1AACB741C501}" dt="2026-10-28T23:04:21.450" v="130" actId="478"/>
          <ac:picMkLst>
            <pc:docMk/>
            <pc:sldMk cId="3607678152" sldId="265"/>
            <ac:picMk id="7" creationId="{E02B0E90-93D8-32AC-8B6D-3E50E1DD6A20}"/>
          </ac:picMkLst>
        </pc:picChg>
        <pc:picChg chg="add del mod">
          <ac:chgData name="Nguyễn Ái Chinh" userId="46f12a8c-5992-4234-94f2-8900debf7bdd" providerId="ADAL" clId="{D0EC1362-F583-4716-A696-1AACB741C501}" dt="2026-10-28T23:15:23.307" v="227" actId="478"/>
          <ac:picMkLst>
            <pc:docMk/>
            <pc:sldMk cId="3607678152" sldId="265"/>
            <ac:picMk id="8" creationId="{6D0AAF6D-3249-EE7A-5BED-7944D5583B04}"/>
          </ac:picMkLst>
        </pc:picChg>
        <pc:picChg chg="add del mod">
          <ac:chgData name="Nguyễn Ái Chinh" userId="46f12a8c-5992-4234-94f2-8900debf7bdd" providerId="ADAL" clId="{D0EC1362-F583-4716-A696-1AACB741C501}" dt="2026-10-28T23:04:24.204" v="132" actId="478"/>
          <ac:picMkLst>
            <pc:docMk/>
            <pc:sldMk cId="3607678152" sldId="265"/>
            <ac:picMk id="9" creationId="{38B5A035-B32D-93B4-DFE1-F06F9E87F0A0}"/>
          </ac:picMkLst>
        </pc:picChg>
        <pc:picChg chg="add mod">
          <ac:chgData name="Nguyễn Ái Chinh" userId="46f12a8c-5992-4234-94f2-8900debf7bdd" providerId="ADAL" clId="{D0EC1362-F583-4716-A696-1AACB741C501}" dt="2026-10-28T23:15:36.486" v="231" actId="1076"/>
          <ac:picMkLst>
            <pc:docMk/>
            <pc:sldMk cId="3607678152" sldId="265"/>
            <ac:picMk id="11" creationId="{608828E4-D7F5-B6E1-42FE-48895BF30D4A}"/>
          </ac:picMkLst>
        </pc:picChg>
      </pc:sldChg>
      <pc:sldChg chg="addSp delSp new del mod">
        <pc:chgData name="Nguyễn Ái Chinh" userId="46f12a8c-5992-4234-94f2-8900debf7bdd" providerId="ADAL" clId="{D0EC1362-F583-4716-A696-1AACB741C501}" dt="2026-10-28T14:00:23.665" v="22" actId="680"/>
        <pc:sldMkLst>
          <pc:docMk/>
          <pc:sldMk cId="136115607" sldId="266"/>
        </pc:sldMkLst>
        <pc:picChg chg="add del">
          <ac:chgData name="Nguyễn Ái Chinh" userId="46f12a8c-5992-4234-94f2-8900debf7bdd" providerId="ADAL" clId="{D0EC1362-F583-4716-A696-1AACB741C501}" dt="2026-10-28T14:00:23.420" v="13" actId="22"/>
          <ac:picMkLst>
            <pc:docMk/>
            <pc:sldMk cId="136115607" sldId="266"/>
            <ac:picMk id="3" creationId="{3D76EC79-B88C-A2E2-0640-6CD467D7D2F3}"/>
          </ac:picMkLst>
        </pc:picChg>
      </pc:sldChg>
      <pc:sldChg chg="addSp delSp modSp new mod">
        <pc:chgData name="Nguyễn Ái Chinh" userId="46f12a8c-5992-4234-94f2-8900debf7bdd" providerId="ADAL" clId="{D0EC1362-F583-4716-A696-1AACB741C501}" dt="2026-10-28T23:09:15.524" v="153" actId="20577"/>
        <pc:sldMkLst>
          <pc:docMk/>
          <pc:sldMk cId="2091247053" sldId="266"/>
        </pc:sldMkLst>
        <pc:spChg chg="add mod">
          <ac:chgData name="Nguyễn Ái Chinh" userId="46f12a8c-5992-4234-94f2-8900debf7bdd" providerId="ADAL" clId="{D0EC1362-F583-4716-A696-1AACB741C501}" dt="2026-10-28T23:09:15.524" v="153" actId="20577"/>
          <ac:spMkLst>
            <pc:docMk/>
            <pc:sldMk cId="2091247053" sldId="266"/>
            <ac:spMk id="6" creationId="{574AE063-6117-0C1D-2018-9B1BFB4C58A7}"/>
          </ac:spMkLst>
        </pc:spChg>
        <pc:picChg chg="del mod">
          <ac:chgData name="Nguyễn Ái Chinh" userId="46f12a8c-5992-4234-94f2-8900debf7bdd" providerId="ADAL" clId="{D0EC1362-F583-4716-A696-1AACB741C501}" dt="2026-10-28T22:11:08.771" v="47" actId="478"/>
          <ac:picMkLst>
            <pc:docMk/>
            <pc:sldMk cId="2091247053" sldId="266"/>
            <ac:picMk id="2" creationId="{CE247076-18A5-398E-0C7B-AEC52349B2AF}"/>
          </ac:picMkLst>
        </pc:picChg>
        <pc:picChg chg="add mod">
          <ac:chgData name="Nguyễn Ái Chinh" userId="46f12a8c-5992-4234-94f2-8900debf7bdd" providerId="ADAL" clId="{D0EC1362-F583-4716-A696-1AACB741C501}" dt="2026-10-28T14:03:46.724" v="39" actId="931"/>
          <ac:picMkLst>
            <pc:docMk/>
            <pc:sldMk cId="2091247053" sldId="266"/>
            <ac:picMk id="3" creationId="{A0600202-1D40-E4B5-E396-454947082084}"/>
          </ac:picMkLst>
        </pc:picChg>
        <pc:picChg chg="del">
          <ac:chgData name="Nguyễn Ái Chinh" userId="46f12a8c-5992-4234-94f2-8900debf7bdd" providerId="ADAL" clId="{D0EC1362-F583-4716-A696-1AACB741C501}" dt="2026-10-28T22:26:31.277" v="96" actId="478"/>
          <ac:picMkLst>
            <pc:docMk/>
            <pc:sldMk cId="2091247053" sldId="266"/>
            <ac:picMk id="3" creationId="{BDF35191-6F8E-73C7-3F1E-3361FF7F51BE}"/>
          </ac:picMkLst>
        </pc:picChg>
        <pc:picChg chg="mod">
          <ac:chgData name="Nguyễn Ái Chinh" userId="46f12a8c-5992-4234-94f2-8900debf7bdd" providerId="ADAL" clId="{D0EC1362-F583-4716-A696-1AACB741C501}" dt="2026-10-28T22:11:13.952" v="49" actId="1076"/>
          <ac:picMkLst>
            <pc:docMk/>
            <pc:sldMk cId="2091247053" sldId="266"/>
            <ac:picMk id="4" creationId="{0B489208-D92F-8603-C098-56D2840E1A3E}"/>
          </ac:picMkLst>
        </pc:picChg>
      </pc:sldChg>
      <pc:sldChg chg="addSp delSp new del mod">
        <pc:chgData name="Nguyễn Ái Chinh" userId="46f12a8c-5992-4234-94f2-8900debf7bdd" providerId="ADAL" clId="{D0EC1362-F583-4716-A696-1AACB741C501}" dt="2026-10-28T14:00:23.641" v="21" actId="680"/>
        <pc:sldMkLst>
          <pc:docMk/>
          <pc:sldMk cId="742904986" sldId="267"/>
        </pc:sldMkLst>
        <pc:spChg chg="add del">
          <ac:chgData name="Nguyễn Ái Chinh" userId="46f12a8c-5992-4234-94f2-8900debf7bdd" providerId="ADAL" clId="{D0EC1362-F583-4716-A696-1AACB741C501}" dt="2026-10-28T14:00:23.444" v="14" actId="22"/>
          <ac:spMkLst>
            <pc:docMk/>
            <pc:sldMk cId="742904986" sldId="267"/>
            <ac:spMk id="5" creationId="{28BE396A-C760-9F4D-A676-C3F038BA7C9A}"/>
          </ac:spMkLst>
        </pc:spChg>
        <pc:picChg chg="add del">
          <ac:chgData name="Nguyễn Ái Chinh" userId="46f12a8c-5992-4234-94f2-8900debf7bdd" providerId="ADAL" clId="{D0EC1362-F583-4716-A696-1AACB741C501}" dt="2026-10-28T14:00:23.444" v="14" actId="22"/>
          <ac:picMkLst>
            <pc:docMk/>
            <pc:sldMk cId="742904986" sldId="267"/>
            <ac:picMk id="3" creationId="{1ACDC10C-B6EF-8986-F881-DA7FA40877C2}"/>
          </ac:picMkLst>
        </pc:picChg>
      </pc:sldChg>
      <pc:sldChg chg="addSp delSp modSp new mod ord">
        <pc:chgData name="Nguyễn Ái Chinh" userId="46f12a8c-5992-4234-94f2-8900debf7bdd" providerId="ADAL" clId="{D0EC1362-F583-4716-A696-1AACB741C501}" dt="2026-10-29T02:25:23.418" v="561" actId="1076"/>
        <pc:sldMkLst>
          <pc:docMk/>
          <pc:sldMk cId="786240968" sldId="267"/>
        </pc:sldMkLst>
        <pc:spChg chg="add mod">
          <ac:chgData name="Nguyễn Ái Chinh" userId="46f12a8c-5992-4234-94f2-8900debf7bdd" providerId="ADAL" clId="{D0EC1362-F583-4716-A696-1AACB741C501}" dt="2026-10-28T23:09:10.393" v="150" actId="20577"/>
          <ac:spMkLst>
            <pc:docMk/>
            <pc:sldMk cId="786240968" sldId="267"/>
            <ac:spMk id="6" creationId="{AF41188D-C3EE-3F7F-0019-DB998533F1D7}"/>
          </ac:spMkLst>
        </pc:spChg>
        <pc:picChg chg="add del mod">
          <ac:chgData name="Nguyễn Ái Chinh" userId="46f12a8c-5992-4234-94f2-8900debf7bdd" providerId="ADAL" clId="{D0EC1362-F583-4716-A696-1AACB741C501}" dt="2026-10-29T02:25:21.463" v="560" actId="478"/>
          <ac:picMkLst>
            <pc:docMk/>
            <pc:sldMk cId="786240968" sldId="267"/>
            <ac:picMk id="3" creationId="{52683F55-55F8-6C5A-AE7D-D507169F84DF}"/>
          </ac:picMkLst>
        </pc:picChg>
        <pc:picChg chg="add mod">
          <ac:chgData name="Nguyễn Ái Chinh" userId="46f12a8c-5992-4234-94f2-8900debf7bdd" providerId="ADAL" clId="{D0EC1362-F583-4716-A696-1AACB741C501}" dt="2026-10-29T02:25:23.418" v="561" actId="1076"/>
          <ac:picMkLst>
            <pc:docMk/>
            <pc:sldMk cId="786240968" sldId="267"/>
            <ac:picMk id="4" creationId="{7644E5A8-8FEA-B166-555E-A19875616485}"/>
          </ac:picMkLst>
        </pc:picChg>
      </pc:sldChg>
      <pc:sldChg chg="addSp delSp modSp new mod">
        <pc:chgData name="Nguyễn Ái Chinh" userId="46f12a8c-5992-4234-94f2-8900debf7bdd" providerId="ADAL" clId="{D0EC1362-F583-4716-A696-1AACB741C501}" dt="2026-10-28T23:09:04.469" v="147" actId="20577"/>
        <pc:sldMkLst>
          <pc:docMk/>
          <pc:sldMk cId="500278344" sldId="268"/>
        </pc:sldMkLst>
        <pc:spChg chg="add mod">
          <ac:chgData name="Nguyễn Ái Chinh" userId="46f12a8c-5992-4234-94f2-8900debf7bdd" providerId="ADAL" clId="{D0EC1362-F583-4716-A696-1AACB741C501}" dt="2026-10-28T23:09:04.469" v="147" actId="20577"/>
          <ac:spMkLst>
            <pc:docMk/>
            <pc:sldMk cId="500278344" sldId="268"/>
            <ac:spMk id="7" creationId="{25538AC1-F163-A781-C264-336428F6DB27}"/>
          </ac:spMkLst>
        </pc:spChg>
        <pc:picChg chg="add mod">
          <ac:chgData name="Nguyễn Ái Chinh" userId="46f12a8c-5992-4234-94f2-8900debf7bdd" providerId="ADAL" clId="{D0EC1362-F583-4716-A696-1AACB741C501}" dt="2026-10-28T22:26:45.279" v="99" actId="1076"/>
          <ac:picMkLst>
            <pc:docMk/>
            <pc:sldMk cId="500278344" sldId="268"/>
            <ac:picMk id="3" creationId="{035540DC-0657-B215-F3B3-435193521258}"/>
          </ac:picMkLst>
        </pc:picChg>
        <pc:picChg chg="mod">
          <ac:chgData name="Nguyễn Ái Chinh" userId="46f12a8c-5992-4234-94f2-8900debf7bdd" providerId="ADAL" clId="{D0EC1362-F583-4716-A696-1AACB741C501}" dt="2026-10-28T22:26:47.360" v="100" actId="1076"/>
          <ac:picMkLst>
            <pc:docMk/>
            <pc:sldMk cId="500278344" sldId="268"/>
            <ac:picMk id="4" creationId="{24E1B9B3-D0EA-5EB8-1B98-24D185598466}"/>
          </ac:picMkLst>
        </pc:picChg>
        <pc:picChg chg="add del mod">
          <ac:chgData name="Nguyễn Ái Chinh" userId="46f12a8c-5992-4234-94f2-8900debf7bdd" providerId="ADAL" clId="{D0EC1362-F583-4716-A696-1AACB741C501}" dt="2026-10-28T22:11:41.812" v="53" actId="478"/>
          <ac:picMkLst>
            <pc:docMk/>
            <pc:sldMk cId="500278344" sldId="268"/>
            <ac:picMk id="5" creationId="{52430965-5BEB-1B86-8497-31333BA0C033}"/>
          </ac:picMkLst>
        </pc:picChg>
      </pc:sldChg>
      <pc:sldChg chg="addSp delSp new del mod">
        <pc:chgData name="Nguyễn Ái Chinh" userId="46f12a8c-5992-4234-94f2-8900debf7bdd" providerId="ADAL" clId="{D0EC1362-F583-4716-A696-1AACB741C501}" dt="2026-10-28T14:00:23.622" v="20" actId="680"/>
        <pc:sldMkLst>
          <pc:docMk/>
          <pc:sldMk cId="1148589363" sldId="268"/>
        </pc:sldMkLst>
        <pc:spChg chg="add del">
          <ac:chgData name="Nguyễn Ái Chinh" userId="46f12a8c-5992-4234-94f2-8900debf7bdd" providerId="ADAL" clId="{D0EC1362-F583-4716-A696-1AACB741C501}" dt="2026-10-28T14:00:23.472" v="15" actId="22"/>
          <ac:spMkLst>
            <pc:docMk/>
            <pc:sldMk cId="1148589363" sldId="268"/>
            <ac:spMk id="3" creationId="{ADF8D66A-BA56-AEA9-FD0A-7ECFA6B8A1EB}"/>
          </ac:spMkLst>
        </pc:spChg>
        <pc:picChg chg="add del">
          <ac:chgData name="Nguyễn Ái Chinh" userId="46f12a8c-5992-4234-94f2-8900debf7bdd" providerId="ADAL" clId="{D0EC1362-F583-4716-A696-1AACB741C501}" dt="2026-10-28T14:00:23.472" v="15" actId="22"/>
          <ac:picMkLst>
            <pc:docMk/>
            <pc:sldMk cId="1148589363" sldId="268"/>
            <ac:picMk id="5" creationId="{31330C6A-F757-3C11-2F5C-35275C603E71}"/>
          </ac:picMkLst>
        </pc:picChg>
        <pc:picChg chg="add del">
          <ac:chgData name="Nguyễn Ái Chinh" userId="46f12a8c-5992-4234-94f2-8900debf7bdd" providerId="ADAL" clId="{D0EC1362-F583-4716-A696-1AACB741C501}" dt="2026-10-28T14:00:23.472" v="15" actId="22"/>
          <ac:picMkLst>
            <pc:docMk/>
            <pc:sldMk cId="1148589363" sldId="268"/>
            <ac:picMk id="7" creationId="{044B2EE4-F13C-F669-499C-4C9917F2B8DA}"/>
          </ac:picMkLst>
        </pc:picChg>
        <pc:picChg chg="add del">
          <ac:chgData name="Nguyễn Ái Chinh" userId="46f12a8c-5992-4234-94f2-8900debf7bdd" providerId="ADAL" clId="{D0EC1362-F583-4716-A696-1AACB741C501}" dt="2026-10-28T14:00:23.472" v="15" actId="22"/>
          <ac:picMkLst>
            <pc:docMk/>
            <pc:sldMk cId="1148589363" sldId="268"/>
            <ac:picMk id="9" creationId="{81982A69-2DDE-1491-E1AA-852DB36B3764}"/>
          </ac:picMkLst>
        </pc:picChg>
      </pc:sldChg>
      <pc:sldChg chg="modSp mod">
        <pc:chgData name="Nguyễn Ái Chinh" userId="46f12a8c-5992-4234-94f2-8900debf7bdd" providerId="ADAL" clId="{D0EC1362-F583-4716-A696-1AACB741C501}" dt="2026-10-28T23:12:44.315" v="225" actId="20577"/>
        <pc:sldMkLst>
          <pc:docMk/>
          <pc:sldMk cId="3969142115" sldId="269"/>
        </pc:sldMkLst>
        <pc:spChg chg="mod">
          <ac:chgData name="Nguyễn Ái Chinh" userId="46f12a8c-5992-4234-94f2-8900debf7bdd" providerId="ADAL" clId="{D0EC1362-F583-4716-A696-1AACB741C501}" dt="2026-10-28T23:12:44.315" v="225" actId="20577"/>
          <ac:spMkLst>
            <pc:docMk/>
            <pc:sldMk cId="3969142115" sldId="269"/>
            <ac:spMk id="4" creationId="{798BF2BD-6AEA-428E-A905-B1CAF0CC700F}"/>
          </ac:spMkLst>
        </pc:spChg>
      </pc:sldChg>
      <pc:sldChg chg="addSp delSp modSp mod">
        <pc:chgData name="Nguyễn Ái Chinh" userId="46f12a8c-5992-4234-94f2-8900debf7bdd" providerId="ADAL" clId="{D0EC1362-F583-4716-A696-1AACB741C501}" dt="2026-10-28T23:12:05.640" v="205" actId="20577"/>
        <pc:sldMkLst>
          <pc:docMk/>
          <pc:sldMk cId="631110993" sldId="270"/>
        </pc:sldMkLst>
        <pc:spChg chg="del">
          <ac:chgData name="Nguyễn Ái Chinh" userId="46f12a8c-5992-4234-94f2-8900debf7bdd" providerId="ADAL" clId="{D0EC1362-F583-4716-A696-1AACB741C501}" dt="2026-10-28T23:11:59.552" v="199" actId="478"/>
          <ac:spMkLst>
            <pc:docMk/>
            <pc:sldMk cId="631110993" sldId="270"/>
            <ac:spMk id="4" creationId="{B0FCBC2A-726C-B596-4E3C-D9C5D52A623D}"/>
          </ac:spMkLst>
        </pc:spChg>
        <pc:spChg chg="add mod">
          <ac:chgData name="Nguyễn Ái Chinh" userId="46f12a8c-5992-4234-94f2-8900debf7bdd" providerId="ADAL" clId="{D0EC1362-F583-4716-A696-1AACB741C501}" dt="2026-10-28T23:12:05.640" v="205" actId="20577"/>
          <ac:spMkLst>
            <pc:docMk/>
            <pc:sldMk cId="631110993" sldId="270"/>
            <ac:spMk id="6" creationId="{BF2EC998-7358-4AC5-5BF4-444A900D2E7B}"/>
          </ac:spMkLst>
        </pc:spChg>
      </pc:sldChg>
      <pc:sldChg chg="modSp mod">
        <pc:chgData name="Nguyễn Ái Chinh" userId="46f12a8c-5992-4234-94f2-8900debf7bdd" providerId="ADAL" clId="{D0EC1362-F583-4716-A696-1AACB741C501}" dt="2026-10-28T23:12:11.825" v="208" actId="20577"/>
        <pc:sldMkLst>
          <pc:docMk/>
          <pc:sldMk cId="4039764929" sldId="271"/>
        </pc:sldMkLst>
        <pc:spChg chg="mod">
          <ac:chgData name="Nguyễn Ái Chinh" userId="46f12a8c-5992-4234-94f2-8900debf7bdd" providerId="ADAL" clId="{D0EC1362-F583-4716-A696-1AACB741C501}" dt="2026-10-28T23:12:11.825" v="208" actId="20577"/>
          <ac:spMkLst>
            <pc:docMk/>
            <pc:sldMk cId="4039764929" sldId="271"/>
            <ac:spMk id="4" creationId="{1E571D57-FA43-435F-35EB-36D62770E291}"/>
          </ac:spMkLst>
        </pc:spChg>
      </pc:sldChg>
      <pc:sldChg chg="modSp mod">
        <pc:chgData name="Nguyễn Ái Chinh" userId="46f12a8c-5992-4234-94f2-8900debf7bdd" providerId="ADAL" clId="{D0EC1362-F583-4716-A696-1AACB741C501}" dt="2026-10-28T23:12:26.715" v="215" actId="20577"/>
        <pc:sldMkLst>
          <pc:docMk/>
          <pc:sldMk cId="3868713075" sldId="272"/>
        </pc:sldMkLst>
        <pc:spChg chg="mod">
          <ac:chgData name="Nguyễn Ái Chinh" userId="46f12a8c-5992-4234-94f2-8900debf7bdd" providerId="ADAL" clId="{D0EC1362-F583-4716-A696-1AACB741C501}" dt="2026-10-28T23:12:26.715" v="215" actId="20577"/>
          <ac:spMkLst>
            <pc:docMk/>
            <pc:sldMk cId="3868713075" sldId="272"/>
            <ac:spMk id="4" creationId="{CA9F0788-C1BB-8493-E55A-F4799F80DABE}"/>
          </ac:spMkLst>
        </pc:spChg>
      </pc:sldChg>
      <pc:sldChg chg="modSp mod">
        <pc:chgData name="Nguyễn Ái Chinh" userId="46f12a8c-5992-4234-94f2-8900debf7bdd" providerId="ADAL" clId="{D0EC1362-F583-4716-A696-1AACB741C501}" dt="2026-10-28T23:12:38.750" v="222" actId="20577"/>
        <pc:sldMkLst>
          <pc:docMk/>
          <pc:sldMk cId="1844919665" sldId="273"/>
        </pc:sldMkLst>
        <pc:spChg chg="mod">
          <ac:chgData name="Nguyễn Ái Chinh" userId="46f12a8c-5992-4234-94f2-8900debf7bdd" providerId="ADAL" clId="{D0EC1362-F583-4716-A696-1AACB741C501}" dt="2026-10-28T23:12:38.750" v="222" actId="20577"/>
          <ac:spMkLst>
            <pc:docMk/>
            <pc:sldMk cId="1844919665" sldId="273"/>
            <ac:spMk id="4" creationId="{75D86A95-0CDD-88CB-B487-596EE2BE8B0D}"/>
          </ac:spMkLst>
        </pc:spChg>
      </pc:sldChg>
      <pc:sldChg chg="modSp mod">
        <pc:chgData name="Nguyễn Ái Chinh" userId="46f12a8c-5992-4234-94f2-8900debf7bdd" providerId="ADAL" clId="{D0EC1362-F583-4716-A696-1AACB741C501}" dt="2026-10-28T23:11:21.126" v="195" actId="20577"/>
        <pc:sldMkLst>
          <pc:docMk/>
          <pc:sldMk cId="3442656962" sldId="274"/>
        </pc:sldMkLst>
        <pc:spChg chg="mod">
          <ac:chgData name="Nguyễn Ái Chinh" userId="46f12a8c-5992-4234-94f2-8900debf7bdd" providerId="ADAL" clId="{D0EC1362-F583-4716-A696-1AACB741C501}" dt="2026-10-28T23:11:21.126" v="195" actId="20577"/>
          <ac:spMkLst>
            <pc:docMk/>
            <pc:sldMk cId="3442656962" sldId="274"/>
            <ac:spMk id="4" creationId="{BDD9682E-67BB-1A0B-B827-76DDDFF47D33}"/>
          </ac:spMkLst>
        </pc:spChg>
      </pc:sldChg>
      <pc:sldChg chg="modSp mod">
        <pc:chgData name="Nguyễn Ái Chinh" userId="46f12a8c-5992-4234-94f2-8900debf7bdd" providerId="ADAL" clId="{D0EC1362-F583-4716-A696-1AACB741C501}" dt="2026-10-28T23:11:29.444" v="198" actId="20577"/>
        <pc:sldMkLst>
          <pc:docMk/>
          <pc:sldMk cId="1647714906" sldId="275"/>
        </pc:sldMkLst>
        <pc:spChg chg="mod">
          <ac:chgData name="Nguyễn Ái Chinh" userId="46f12a8c-5992-4234-94f2-8900debf7bdd" providerId="ADAL" clId="{D0EC1362-F583-4716-A696-1AACB741C501}" dt="2026-10-28T23:11:29.444" v="198" actId="20577"/>
          <ac:spMkLst>
            <pc:docMk/>
            <pc:sldMk cId="1647714906" sldId="275"/>
            <ac:spMk id="4" creationId="{A91DC470-5ECF-5C51-A44D-6B7736F93FCD}"/>
          </ac:spMkLst>
        </pc:spChg>
      </pc:sldChg>
      <pc:sldChg chg="addSp modSp new mod">
        <pc:chgData name="Nguyễn Ái Chinh" userId="46f12a8c-5992-4234-94f2-8900debf7bdd" providerId="ADAL" clId="{D0EC1362-F583-4716-A696-1AACB741C501}" dt="2026-10-28T23:09:20.439" v="156" actId="20577"/>
        <pc:sldMkLst>
          <pc:docMk/>
          <pc:sldMk cId="2527466243" sldId="276"/>
        </pc:sldMkLst>
        <pc:spChg chg="add mod">
          <ac:chgData name="Nguyễn Ái Chinh" userId="46f12a8c-5992-4234-94f2-8900debf7bdd" providerId="ADAL" clId="{D0EC1362-F583-4716-A696-1AACB741C501}" dt="2026-10-28T23:09:20.439" v="156" actId="20577"/>
          <ac:spMkLst>
            <pc:docMk/>
            <pc:sldMk cId="2527466243" sldId="276"/>
            <ac:spMk id="7" creationId="{8DB4DF40-A443-AC52-FBC3-6509268EC9ED}"/>
          </ac:spMkLst>
        </pc:spChg>
        <pc:picChg chg="add mod">
          <ac:chgData name="Nguyễn Ái Chinh" userId="46f12a8c-5992-4234-94f2-8900debf7bdd" providerId="ADAL" clId="{D0EC1362-F583-4716-A696-1AACB741C501}" dt="2026-10-28T22:56:30.379" v="102" actId="1076"/>
          <ac:picMkLst>
            <pc:docMk/>
            <pc:sldMk cId="2527466243" sldId="276"/>
            <ac:picMk id="3" creationId="{C2A6BB57-A606-2FBD-CCA3-1D8418EF5571}"/>
          </ac:picMkLst>
        </pc:picChg>
        <pc:picChg chg="add mod">
          <ac:chgData name="Nguyễn Ái Chinh" userId="46f12a8c-5992-4234-94f2-8900debf7bdd" providerId="ADAL" clId="{D0EC1362-F583-4716-A696-1AACB741C501}" dt="2026-10-28T22:14:20.328" v="72" actId="1076"/>
          <ac:picMkLst>
            <pc:docMk/>
            <pc:sldMk cId="2527466243" sldId="276"/>
            <ac:picMk id="5" creationId="{22F96BA6-468C-0FA2-97E5-8B86BCCDE496}"/>
          </ac:picMkLst>
        </pc:picChg>
      </pc:sldChg>
      <pc:sldChg chg="addSp modSp new mod">
        <pc:chgData name="Nguyễn Ái Chinh" userId="46f12a8c-5992-4234-94f2-8900debf7bdd" providerId="ADAL" clId="{D0EC1362-F583-4716-A696-1AACB741C501}" dt="2026-10-28T23:09:25.335" v="159" actId="20577"/>
        <pc:sldMkLst>
          <pc:docMk/>
          <pc:sldMk cId="3630069440" sldId="277"/>
        </pc:sldMkLst>
        <pc:spChg chg="add mod">
          <ac:chgData name="Nguyễn Ái Chinh" userId="46f12a8c-5992-4234-94f2-8900debf7bdd" providerId="ADAL" clId="{D0EC1362-F583-4716-A696-1AACB741C501}" dt="2026-10-28T23:09:25.335" v="159" actId="20577"/>
          <ac:spMkLst>
            <pc:docMk/>
            <pc:sldMk cId="3630069440" sldId="277"/>
            <ac:spMk id="7" creationId="{F548DD23-4277-21BD-5159-6936DF4C50E9}"/>
          </ac:spMkLst>
        </pc:spChg>
        <pc:picChg chg="add mod">
          <ac:chgData name="Nguyễn Ái Chinh" userId="46f12a8c-5992-4234-94f2-8900debf7bdd" providerId="ADAL" clId="{D0EC1362-F583-4716-A696-1AACB741C501}" dt="2026-10-28T22:17:26.729" v="81" actId="1076"/>
          <ac:picMkLst>
            <pc:docMk/>
            <pc:sldMk cId="3630069440" sldId="277"/>
            <ac:picMk id="3" creationId="{4C196CE7-25E4-7FCE-0C1C-773F5B3B54BE}"/>
          </ac:picMkLst>
        </pc:picChg>
        <pc:picChg chg="add mod">
          <ac:chgData name="Nguyễn Ái Chinh" userId="46f12a8c-5992-4234-94f2-8900debf7bdd" providerId="ADAL" clId="{D0EC1362-F583-4716-A696-1AACB741C501}" dt="2026-10-28T22:17:31.048" v="82" actId="14100"/>
          <ac:picMkLst>
            <pc:docMk/>
            <pc:sldMk cId="3630069440" sldId="277"/>
            <ac:picMk id="5" creationId="{5C6C3363-02BA-D804-04CC-41BCEE57602E}"/>
          </ac:picMkLst>
        </pc:picChg>
      </pc:sldChg>
      <pc:sldChg chg="addSp modSp new mod">
        <pc:chgData name="Nguyễn Ái Chinh" userId="46f12a8c-5992-4234-94f2-8900debf7bdd" providerId="ADAL" clId="{D0EC1362-F583-4716-A696-1AACB741C501}" dt="2026-10-28T23:09:32.971" v="162" actId="20577"/>
        <pc:sldMkLst>
          <pc:docMk/>
          <pc:sldMk cId="1542524091" sldId="278"/>
        </pc:sldMkLst>
        <pc:spChg chg="add mod">
          <ac:chgData name="Nguyễn Ái Chinh" userId="46f12a8c-5992-4234-94f2-8900debf7bdd" providerId="ADAL" clId="{D0EC1362-F583-4716-A696-1AACB741C501}" dt="2026-10-28T23:09:32.971" v="162" actId="20577"/>
          <ac:spMkLst>
            <pc:docMk/>
            <pc:sldMk cId="1542524091" sldId="278"/>
            <ac:spMk id="5" creationId="{0B108BBF-0804-E47D-A811-1CC513274DB0}"/>
          </ac:spMkLst>
        </pc:spChg>
        <pc:picChg chg="add mod">
          <ac:chgData name="Nguyễn Ái Chinh" userId="46f12a8c-5992-4234-94f2-8900debf7bdd" providerId="ADAL" clId="{D0EC1362-F583-4716-A696-1AACB741C501}" dt="2026-10-28T22:19:32.099" v="88" actId="1076"/>
          <ac:picMkLst>
            <pc:docMk/>
            <pc:sldMk cId="1542524091" sldId="278"/>
            <ac:picMk id="3" creationId="{2DAF6382-2D8E-70D4-16CB-DDC664F7C8A4}"/>
          </ac:picMkLst>
        </pc:picChg>
      </pc:sldChg>
      <pc:sldChg chg="addSp modSp new mod">
        <pc:chgData name="Nguyễn Ái Chinh" userId="46f12a8c-5992-4234-94f2-8900debf7bdd" providerId="ADAL" clId="{D0EC1362-F583-4716-A696-1AACB741C501}" dt="2026-10-28T23:09:39.625" v="165" actId="20577"/>
        <pc:sldMkLst>
          <pc:docMk/>
          <pc:sldMk cId="1818669490" sldId="279"/>
        </pc:sldMkLst>
        <pc:spChg chg="add mod">
          <ac:chgData name="Nguyễn Ái Chinh" userId="46f12a8c-5992-4234-94f2-8900debf7bdd" providerId="ADAL" clId="{D0EC1362-F583-4716-A696-1AACB741C501}" dt="2026-10-28T23:09:39.625" v="165" actId="20577"/>
          <ac:spMkLst>
            <pc:docMk/>
            <pc:sldMk cId="1818669490" sldId="279"/>
            <ac:spMk id="5" creationId="{C67F2E02-3382-1E57-CEF1-6E95CA6D256B}"/>
          </ac:spMkLst>
        </pc:spChg>
        <pc:picChg chg="add">
          <ac:chgData name="Nguyễn Ái Chinh" userId="46f12a8c-5992-4234-94f2-8900debf7bdd" providerId="ADAL" clId="{D0EC1362-F583-4716-A696-1AACB741C501}" dt="2026-10-28T22:19:36.724" v="90" actId="22"/>
          <ac:picMkLst>
            <pc:docMk/>
            <pc:sldMk cId="1818669490" sldId="279"/>
            <ac:picMk id="3" creationId="{36E8E7F5-AB7D-6C4A-FB1B-B6F2B6735D8C}"/>
          </ac:picMkLst>
        </pc:picChg>
      </pc:sldChg>
      <pc:sldChg chg="delSp modSp add del mod">
        <pc:chgData name="Nguyễn Ái Chinh" userId="46f12a8c-5992-4234-94f2-8900debf7bdd" providerId="ADAL" clId="{D0EC1362-F583-4716-A696-1AACB741C501}" dt="2026-10-28T23:08:54.119" v="144" actId="2696"/>
        <pc:sldMkLst>
          <pc:docMk/>
          <pc:sldMk cId="1632696076" sldId="280"/>
        </pc:sldMkLst>
        <pc:picChg chg="mod">
          <ac:chgData name="Nguyễn Ái Chinh" userId="46f12a8c-5992-4234-94f2-8900debf7bdd" providerId="ADAL" clId="{D0EC1362-F583-4716-A696-1AACB741C501}" dt="2026-10-28T23:04:15.940" v="129" actId="1076"/>
          <ac:picMkLst>
            <pc:docMk/>
            <pc:sldMk cId="1632696076" sldId="280"/>
            <ac:picMk id="4" creationId="{108017F1-12D1-24F5-C8EF-7CA2127D2ADA}"/>
          </ac:picMkLst>
        </pc:picChg>
        <pc:picChg chg="del">
          <ac:chgData name="Nguyễn Ái Chinh" userId="46f12a8c-5992-4234-94f2-8900debf7bdd" providerId="ADAL" clId="{D0EC1362-F583-4716-A696-1AACB741C501}" dt="2026-10-28T23:03:45.593" v="121" actId="478"/>
          <ac:picMkLst>
            <pc:docMk/>
            <pc:sldMk cId="1632696076" sldId="280"/>
            <ac:picMk id="5" creationId="{FB1D913C-57EB-ABFA-B8FD-66402AE9E8DE}"/>
          </ac:picMkLst>
        </pc:picChg>
        <pc:picChg chg="mod">
          <ac:chgData name="Nguyễn Ái Chinh" userId="46f12a8c-5992-4234-94f2-8900debf7bdd" providerId="ADAL" clId="{D0EC1362-F583-4716-A696-1AACB741C501}" dt="2026-10-28T23:04:49.324" v="134" actId="14100"/>
          <ac:picMkLst>
            <pc:docMk/>
            <pc:sldMk cId="1632696076" sldId="280"/>
            <ac:picMk id="7" creationId="{DD52A88D-3A31-F429-1BD2-7AEF95DBB568}"/>
          </ac:picMkLst>
        </pc:picChg>
        <pc:picChg chg="mod">
          <ac:chgData name="Nguyễn Ái Chinh" userId="46f12a8c-5992-4234-94f2-8900debf7bdd" providerId="ADAL" clId="{D0EC1362-F583-4716-A696-1AACB741C501}" dt="2026-10-28T23:04:54.875" v="136" actId="14100"/>
          <ac:picMkLst>
            <pc:docMk/>
            <pc:sldMk cId="1632696076" sldId="280"/>
            <ac:picMk id="9" creationId="{DBAAB1AB-D5F6-96FC-C6F9-077DF69A9EE3}"/>
          </ac:picMkLst>
        </pc:picChg>
      </pc:sldChg>
      <pc:sldChg chg="add del">
        <pc:chgData name="Nguyễn Ái Chinh" userId="46f12a8c-5992-4234-94f2-8900debf7bdd" providerId="ADAL" clId="{D0EC1362-F583-4716-A696-1AACB741C501}" dt="2026-10-28T23:03:37.446" v="119" actId="2890"/>
        <pc:sldMkLst>
          <pc:docMk/>
          <pc:sldMk cId="1888508307" sldId="280"/>
        </pc:sldMkLst>
      </pc:sldChg>
      <pc:sldChg chg="addSp delSp modSp new mod ord">
        <pc:chgData name="Nguyễn Ái Chinh" userId="46f12a8c-5992-4234-94f2-8900debf7bdd" providerId="ADAL" clId="{D0EC1362-F583-4716-A696-1AACB741C501}" dt="2026-10-29T00:43:14.989" v="559" actId="20577"/>
        <pc:sldMkLst>
          <pc:docMk/>
          <pc:sldMk cId="3275251814" sldId="281"/>
        </pc:sldMkLst>
        <pc:spChg chg="add mod">
          <ac:chgData name="Nguyễn Ái Chinh" userId="46f12a8c-5992-4234-94f2-8900debf7bdd" providerId="ADAL" clId="{D0EC1362-F583-4716-A696-1AACB741C501}" dt="2026-10-29T00:43:14.989" v="559" actId="20577"/>
          <ac:spMkLst>
            <pc:docMk/>
            <pc:sldMk cId="3275251814" sldId="281"/>
            <ac:spMk id="3" creationId="{EF2EBD79-2083-EB24-3B74-0358C2799101}"/>
          </ac:spMkLst>
        </pc:spChg>
        <pc:spChg chg="add del mod">
          <ac:chgData name="Nguyễn Ái Chinh" userId="46f12a8c-5992-4234-94f2-8900debf7bdd" providerId="ADAL" clId="{D0EC1362-F583-4716-A696-1AACB741C501}" dt="2026-10-29T00:18:06.952" v="434" actId="21"/>
          <ac:spMkLst>
            <pc:docMk/>
            <pc:sldMk cId="3275251814" sldId="281"/>
            <ac:spMk id="5" creationId="{E5BD2CF4-18AC-0275-FC69-A277E86692BF}"/>
          </ac:spMkLst>
        </pc:spChg>
        <pc:spChg chg="add mod">
          <ac:chgData name="Nguyễn Ái Chinh" userId="46f12a8c-5992-4234-94f2-8900debf7bdd" providerId="ADAL" clId="{D0EC1362-F583-4716-A696-1AACB741C501}" dt="2026-10-29T00:24:23.513" v="534" actId="15"/>
          <ac:spMkLst>
            <pc:docMk/>
            <pc:sldMk cId="3275251814" sldId="281"/>
            <ac:spMk id="7" creationId="{600A96A4-625B-62FD-6829-24433E3DA92F}"/>
          </ac:spMkLst>
        </pc:spChg>
        <pc:spChg chg="add del">
          <ac:chgData name="Nguyễn Ái Chinh" userId="46f12a8c-5992-4234-94f2-8900debf7bdd" providerId="ADAL" clId="{D0EC1362-F583-4716-A696-1AACB741C501}" dt="2026-10-29T00:19:38.532" v="498" actId="22"/>
          <ac:spMkLst>
            <pc:docMk/>
            <pc:sldMk cId="3275251814" sldId="281"/>
            <ac:spMk id="9" creationId="{17BC09DA-A6F4-3E74-E237-6096E2C8535C}"/>
          </ac:spMkLst>
        </pc:spChg>
        <pc:spChg chg="add del">
          <ac:chgData name="Nguyễn Ái Chinh" userId="46f12a8c-5992-4234-94f2-8900debf7bdd" providerId="ADAL" clId="{D0EC1362-F583-4716-A696-1AACB741C501}" dt="2026-10-29T00:19:38.532" v="498" actId="22"/>
          <ac:spMkLst>
            <pc:docMk/>
            <pc:sldMk cId="3275251814" sldId="281"/>
            <ac:spMk id="11" creationId="{32B3B844-CF9B-AD52-8342-6CE588282C49}"/>
          </ac:spMkLst>
        </pc:spChg>
        <pc:spChg chg="add del">
          <ac:chgData name="Nguyễn Ái Chinh" userId="46f12a8c-5992-4234-94f2-8900debf7bdd" providerId="ADAL" clId="{D0EC1362-F583-4716-A696-1AACB741C501}" dt="2026-10-29T00:19:38.532" v="498" actId="22"/>
          <ac:spMkLst>
            <pc:docMk/>
            <pc:sldMk cId="3275251814" sldId="281"/>
            <ac:spMk id="13" creationId="{935A95E1-4F43-B250-891F-19D07B34DE5B}"/>
          </ac:spMkLst>
        </pc:spChg>
        <pc:spChg chg="add del">
          <ac:chgData name="Nguyễn Ái Chinh" userId="46f12a8c-5992-4234-94f2-8900debf7bdd" providerId="ADAL" clId="{D0EC1362-F583-4716-A696-1AACB741C501}" dt="2026-10-29T00:19:38.532" v="498" actId="22"/>
          <ac:spMkLst>
            <pc:docMk/>
            <pc:sldMk cId="3275251814" sldId="281"/>
            <ac:spMk id="15" creationId="{B1207589-DFC3-6D3E-58BE-1B4FEA002842}"/>
          </ac:spMkLst>
        </pc:spChg>
        <pc:spChg chg="add del">
          <ac:chgData name="Nguyễn Ái Chinh" userId="46f12a8c-5992-4234-94f2-8900debf7bdd" providerId="ADAL" clId="{D0EC1362-F583-4716-A696-1AACB741C501}" dt="2026-10-29T00:19:38.532" v="498" actId="22"/>
          <ac:spMkLst>
            <pc:docMk/>
            <pc:sldMk cId="3275251814" sldId="281"/>
            <ac:spMk id="17" creationId="{09622C59-6604-62D6-1636-0C2890F5D76F}"/>
          </ac:spMkLst>
        </pc:spChg>
        <pc:spChg chg="add del">
          <ac:chgData name="Nguyễn Ái Chinh" userId="46f12a8c-5992-4234-94f2-8900debf7bdd" providerId="ADAL" clId="{D0EC1362-F583-4716-A696-1AACB741C501}" dt="2026-10-29T00:19:38.532" v="498" actId="22"/>
          <ac:spMkLst>
            <pc:docMk/>
            <pc:sldMk cId="3275251814" sldId="281"/>
            <ac:spMk id="19" creationId="{082FA6BA-4185-E8D8-6374-72DC2CBB14D0}"/>
          </ac:spMkLst>
        </pc:spChg>
        <pc:spChg chg="add del">
          <ac:chgData name="Nguyễn Ái Chinh" userId="46f12a8c-5992-4234-94f2-8900debf7bdd" providerId="ADAL" clId="{D0EC1362-F583-4716-A696-1AACB741C501}" dt="2026-10-29T00:19:38.532" v="498" actId="22"/>
          <ac:spMkLst>
            <pc:docMk/>
            <pc:sldMk cId="3275251814" sldId="281"/>
            <ac:spMk id="21" creationId="{8BDFCFFD-6342-4A38-E773-A2AD0F7BF857}"/>
          </ac:spMkLst>
        </pc:spChg>
        <pc:spChg chg="add del">
          <ac:chgData name="Nguyễn Ái Chinh" userId="46f12a8c-5992-4234-94f2-8900debf7bdd" providerId="ADAL" clId="{D0EC1362-F583-4716-A696-1AACB741C501}" dt="2026-10-29T00:19:38.532" v="498" actId="22"/>
          <ac:spMkLst>
            <pc:docMk/>
            <pc:sldMk cId="3275251814" sldId="281"/>
            <ac:spMk id="23" creationId="{BADC60C5-54F2-94EE-422F-D38CEAA7352E}"/>
          </ac:spMkLst>
        </pc:spChg>
        <pc:spChg chg="add del">
          <ac:chgData name="Nguyễn Ái Chinh" userId="46f12a8c-5992-4234-94f2-8900debf7bdd" providerId="ADAL" clId="{D0EC1362-F583-4716-A696-1AACB741C501}" dt="2026-10-29T00:19:38.532" v="498" actId="22"/>
          <ac:spMkLst>
            <pc:docMk/>
            <pc:sldMk cId="3275251814" sldId="281"/>
            <ac:spMk id="25" creationId="{899F74AD-87E5-4705-4B84-E2160F844A0F}"/>
          </ac:spMkLst>
        </pc:spChg>
        <pc:picChg chg="add mod">
          <ac:chgData name="Nguyễn Ái Chinh" userId="46f12a8c-5992-4234-94f2-8900debf7bdd" providerId="ADAL" clId="{D0EC1362-F583-4716-A696-1AACB741C501}" dt="2026-10-29T00:28:02.790" v="538" actId="1076"/>
          <ac:picMkLst>
            <pc:docMk/>
            <pc:sldMk cId="3275251814" sldId="281"/>
            <ac:picMk id="27" creationId="{8E9BD81D-F6BF-497C-41D2-2229A74B45C4}"/>
          </ac:picMkLst>
        </pc:picChg>
      </pc:sldChg>
      <pc:sldChg chg="addSp delSp modSp new del mod">
        <pc:chgData name="Nguyễn Ái Chinh" userId="46f12a8c-5992-4234-94f2-8900debf7bdd" providerId="ADAL" clId="{D0EC1362-F583-4716-A696-1AACB741C501}" dt="2026-10-29T00:22:09.994" v="533" actId="2696"/>
        <pc:sldMkLst>
          <pc:docMk/>
          <pc:sldMk cId="1826730960" sldId="282"/>
        </pc:sldMkLst>
        <pc:spChg chg="add del mod">
          <ac:chgData name="Nguyễn Ái Chinh" userId="46f12a8c-5992-4234-94f2-8900debf7bdd" providerId="ADAL" clId="{D0EC1362-F583-4716-A696-1AACB741C501}" dt="2026-10-29T00:22:07.518" v="532" actId="22"/>
          <ac:spMkLst>
            <pc:docMk/>
            <pc:sldMk cId="1826730960" sldId="282"/>
            <ac:spMk id="3" creationId="{A0FBC1AE-2FE3-ECC2-24AB-000B2300C6F8}"/>
          </ac:spMkLst>
        </pc:spChg>
        <pc:spChg chg="add del mod">
          <ac:chgData name="Nguyễn Ái Chinh" userId="46f12a8c-5992-4234-94f2-8900debf7bdd" providerId="ADAL" clId="{D0EC1362-F583-4716-A696-1AACB741C501}" dt="2026-10-29T00:22:07.518" v="532" actId="22"/>
          <ac:spMkLst>
            <pc:docMk/>
            <pc:sldMk cId="1826730960" sldId="282"/>
            <ac:spMk id="5" creationId="{78C22395-2E0F-7C20-57FD-B7ADDE88669F}"/>
          </ac:spMkLst>
        </pc:spChg>
        <pc:spChg chg="add del mod">
          <ac:chgData name="Nguyễn Ái Chinh" userId="46f12a8c-5992-4234-94f2-8900debf7bdd" providerId="ADAL" clId="{D0EC1362-F583-4716-A696-1AACB741C501}" dt="2026-10-29T00:22:07.518" v="532" actId="22"/>
          <ac:spMkLst>
            <pc:docMk/>
            <pc:sldMk cId="1826730960" sldId="282"/>
            <ac:spMk id="7" creationId="{F04391B6-E7A8-3E8F-B8BA-7D32E15BE6AA}"/>
          </ac:spMkLst>
        </pc:spChg>
        <pc:spChg chg="add del mod">
          <ac:chgData name="Nguyễn Ái Chinh" userId="46f12a8c-5992-4234-94f2-8900debf7bdd" providerId="ADAL" clId="{D0EC1362-F583-4716-A696-1AACB741C501}" dt="2026-10-29T00:22:07.518" v="532" actId="22"/>
          <ac:spMkLst>
            <pc:docMk/>
            <pc:sldMk cId="1826730960" sldId="282"/>
            <ac:spMk id="9" creationId="{40E82F1D-4DE6-F773-2491-7787F00796CF}"/>
          </ac:spMkLst>
        </pc:spChg>
        <pc:spChg chg="add del mod">
          <ac:chgData name="Nguyễn Ái Chinh" userId="46f12a8c-5992-4234-94f2-8900debf7bdd" providerId="ADAL" clId="{D0EC1362-F583-4716-A696-1AACB741C501}" dt="2026-10-29T00:22:07.518" v="532" actId="22"/>
          <ac:spMkLst>
            <pc:docMk/>
            <pc:sldMk cId="1826730960" sldId="282"/>
            <ac:spMk id="11" creationId="{8502A6E7-A919-3C97-1514-B02B6DFE4B22}"/>
          </ac:spMkLst>
        </pc:spChg>
        <pc:spChg chg="add del mod">
          <ac:chgData name="Nguyễn Ái Chinh" userId="46f12a8c-5992-4234-94f2-8900debf7bdd" providerId="ADAL" clId="{D0EC1362-F583-4716-A696-1AACB741C501}" dt="2026-10-29T00:22:07.518" v="532" actId="22"/>
          <ac:spMkLst>
            <pc:docMk/>
            <pc:sldMk cId="1826730960" sldId="282"/>
            <ac:spMk id="13" creationId="{0D72B239-D7B4-6E73-0F4E-DE41F7E84DE0}"/>
          </ac:spMkLst>
        </pc:spChg>
        <pc:spChg chg="add del mod">
          <ac:chgData name="Nguyễn Ái Chinh" userId="46f12a8c-5992-4234-94f2-8900debf7bdd" providerId="ADAL" clId="{D0EC1362-F583-4716-A696-1AACB741C501}" dt="2026-10-29T00:22:07.518" v="532" actId="22"/>
          <ac:spMkLst>
            <pc:docMk/>
            <pc:sldMk cId="1826730960" sldId="282"/>
            <ac:spMk id="15" creationId="{BE685CF4-AA83-908E-84FB-E8FB5A983FD0}"/>
          </ac:spMkLst>
        </pc:spChg>
        <pc:spChg chg="add del mod">
          <ac:chgData name="Nguyễn Ái Chinh" userId="46f12a8c-5992-4234-94f2-8900debf7bdd" providerId="ADAL" clId="{D0EC1362-F583-4716-A696-1AACB741C501}" dt="2026-10-29T00:22:07.518" v="532" actId="22"/>
          <ac:spMkLst>
            <pc:docMk/>
            <pc:sldMk cId="1826730960" sldId="282"/>
            <ac:spMk id="17" creationId="{F6433D34-609F-CDA4-5BBF-8F6ECA37E061}"/>
          </ac:spMkLst>
        </pc:spChg>
        <pc:spChg chg="add del mod">
          <ac:chgData name="Nguyễn Ái Chinh" userId="46f12a8c-5992-4234-94f2-8900debf7bdd" providerId="ADAL" clId="{D0EC1362-F583-4716-A696-1AACB741C501}" dt="2026-10-29T00:22:07.518" v="532" actId="22"/>
          <ac:spMkLst>
            <pc:docMk/>
            <pc:sldMk cId="1826730960" sldId="282"/>
            <ac:spMk id="19" creationId="{A322BA23-A32E-169C-CD6A-3AB025B3FE2C}"/>
          </ac:spMkLst>
        </pc:spChg>
        <pc:spChg chg="add del mod">
          <ac:chgData name="Nguyễn Ái Chinh" userId="46f12a8c-5992-4234-94f2-8900debf7bdd" providerId="ADAL" clId="{D0EC1362-F583-4716-A696-1AACB741C501}" dt="2026-10-29T00:22:04.961" v="527" actId="767"/>
          <ac:spMkLst>
            <pc:docMk/>
            <pc:sldMk cId="1826730960" sldId="282"/>
            <ac:spMk id="20" creationId="{078334F9-7C50-AB62-748A-E4A16FE01869}"/>
          </ac:spMkLst>
        </pc:spChg>
        <pc:spChg chg="add del mod">
          <ac:chgData name="Nguyễn Ái Chinh" userId="46f12a8c-5992-4234-94f2-8900debf7bdd" providerId="ADAL" clId="{D0EC1362-F583-4716-A696-1AACB741C501}" dt="2026-10-29T00:22:03.559" v="525" actId="767"/>
          <ac:spMkLst>
            <pc:docMk/>
            <pc:sldMk cId="1826730960" sldId="282"/>
            <ac:spMk id="21" creationId="{00B0644D-4AD7-961A-D153-B67259BE1EF3}"/>
          </ac:spMkLst>
        </pc:spChg>
      </pc:sldChg>
      <pc:sldChg chg="addSp modSp new del mod">
        <pc:chgData name="Nguyễn Ái Chinh" userId="46f12a8c-5992-4234-94f2-8900debf7bdd" providerId="ADAL" clId="{D0EC1362-F583-4716-A696-1AACB741C501}" dt="2026-10-29T00:20:26.596" v="508" actId="2696"/>
        <pc:sldMkLst>
          <pc:docMk/>
          <pc:sldMk cId="1966677684" sldId="282"/>
        </pc:sldMkLst>
        <pc:spChg chg="add mod">
          <ac:chgData name="Nguyễn Ái Chinh" userId="46f12a8c-5992-4234-94f2-8900debf7bdd" providerId="ADAL" clId="{D0EC1362-F583-4716-A696-1AACB741C501}" dt="2026-10-29T00:20:17.907" v="507" actId="14100"/>
          <ac:spMkLst>
            <pc:docMk/>
            <pc:sldMk cId="1966677684" sldId="282"/>
            <ac:spMk id="3" creationId="{81C4C4E0-A35D-47A9-1E1A-BB2BE5D466AB}"/>
          </ac:spMkLst>
        </pc:spChg>
        <pc:spChg chg="add mod">
          <ac:chgData name="Nguyễn Ái Chinh" userId="46f12a8c-5992-4234-94f2-8900debf7bdd" providerId="ADAL" clId="{D0EC1362-F583-4716-A696-1AACB741C501}" dt="2026-10-29T00:20:17.907" v="507" actId="14100"/>
          <ac:spMkLst>
            <pc:docMk/>
            <pc:sldMk cId="1966677684" sldId="282"/>
            <ac:spMk id="5" creationId="{0C13BC36-0A26-5E48-0F9D-A99D537510B2}"/>
          </ac:spMkLst>
        </pc:spChg>
        <pc:spChg chg="add mod">
          <ac:chgData name="Nguyễn Ái Chinh" userId="46f12a8c-5992-4234-94f2-8900debf7bdd" providerId="ADAL" clId="{D0EC1362-F583-4716-A696-1AACB741C501}" dt="2026-10-29T00:20:17.907" v="507" actId="14100"/>
          <ac:spMkLst>
            <pc:docMk/>
            <pc:sldMk cId="1966677684" sldId="282"/>
            <ac:spMk id="7" creationId="{FE5FA07F-FD50-4046-57CF-BE5B769BACD0}"/>
          </ac:spMkLst>
        </pc:spChg>
        <pc:spChg chg="add mod">
          <ac:chgData name="Nguyễn Ái Chinh" userId="46f12a8c-5992-4234-94f2-8900debf7bdd" providerId="ADAL" clId="{D0EC1362-F583-4716-A696-1AACB741C501}" dt="2026-10-29T00:20:17.907" v="507" actId="14100"/>
          <ac:spMkLst>
            <pc:docMk/>
            <pc:sldMk cId="1966677684" sldId="282"/>
            <ac:spMk id="9" creationId="{C74DDAE3-EE95-3951-C294-95511229ECA9}"/>
          </ac:spMkLst>
        </pc:spChg>
        <pc:spChg chg="add mod">
          <ac:chgData name="Nguyễn Ái Chinh" userId="46f12a8c-5992-4234-94f2-8900debf7bdd" providerId="ADAL" clId="{D0EC1362-F583-4716-A696-1AACB741C501}" dt="2026-10-29T00:20:17.907" v="507" actId="14100"/>
          <ac:spMkLst>
            <pc:docMk/>
            <pc:sldMk cId="1966677684" sldId="282"/>
            <ac:spMk id="11" creationId="{5E31580B-8F1B-858A-6920-D899996E03B4}"/>
          </ac:spMkLst>
        </pc:spChg>
        <pc:spChg chg="add mod">
          <ac:chgData name="Nguyễn Ái Chinh" userId="46f12a8c-5992-4234-94f2-8900debf7bdd" providerId="ADAL" clId="{D0EC1362-F583-4716-A696-1AACB741C501}" dt="2026-10-29T00:20:17.907" v="507" actId="14100"/>
          <ac:spMkLst>
            <pc:docMk/>
            <pc:sldMk cId="1966677684" sldId="282"/>
            <ac:spMk id="13" creationId="{B86A6804-0FD5-C04F-F7D6-05A58A2C4562}"/>
          </ac:spMkLst>
        </pc:spChg>
        <pc:spChg chg="add mod">
          <ac:chgData name="Nguyễn Ái Chinh" userId="46f12a8c-5992-4234-94f2-8900debf7bdd" providerId="ADAL" clId="{D0EC1362-F583-4716-A696-1AACB741C501}" dt="2026-10-29T00:20:17.907" v="507" actId="14100"/>
          <ac:spMkLst>
            <pc:docMk/>
            <pc:sldMk cId="1966677684" sldId="282"/>
            <ac:spMk id="15" creationId="{57FC72BD-4AD8-8392-ABBF-BA305C926B80}"/>
          </ac:spMkLst>
        </pc:spChg>
        <pc:spChg chg="add mod">
          <ac:chgData name="Nguyễn Ái Chinh" userId="46f12a8c-5992-4234-94f2-8900debf7bdd" providerId="ADAL" clId="{D0EC1362-F583-4716-A696-1AACB741C501}" dt="2026-10-29T00:20:17.907" v="507" actId="14100"/>
          <ac:spMkLst>
            <pc:docMk/>
            <pc:sldMk cId="1966677684" sldId="282"/>
            <ac:spMk id="17" creationId="{84B5AFCE-79A5-7741-2C05-C51421C42AE2}"/>
          </ac:spMkLst>
        </pc:spChg>
        <pc:spChg chg="add mod">
          <ac:chgData name="Nguyễn Ái Chinh" userId="46f12a8c-5992-4234-94f2-8900debf7bdd" providerId="ADAL" clId="{D0EC1362-F583-4716-A696-1AACB741C501}" dt="2026-10-29T00:20:17.907" v="507" actId="14100"/>
          <ac:spMkLst>
            <pc:docMk/>
            <pc:sldMk cId="1966677684" sldId="282"/>
            <ac:spMk id="19" creationId="{D43F354A-DC9B-1436-5D91-4DCEB94FABE4}"/>
          </ac:spMkLst>
        </pc:spChg>
      </pc:sldChg>
      <pc:sldChg chg="new del">
        <pc:chgData name="Nguyễn Ái Chinh" userId="46f12a8c-5992-4234-94f2-8900debf7bdd" providerId="ADAL" clId="{D0EC1362-F583-4716-A696-1AACB741C501}" dt="2026-10-29T00:33:35.257" v="549" actId="2696"/>
        <pc:sldMkLst>
          <pc:docMk/>
          <pc:sldMk cId="4213395517" sldId="282"/>
        </pc:sldMkLst>
      </pc:sldChg>
    </pc:docChg>
  </pc:docChgLst>
  <pc:docChgLst>
    <pc:chgData name="Nguyễn Ái Chinh" userId="S::106220085@sv1.dut.udn.vn::46f12a8c-5992-4234-94f2-8900debf7bdd" providerId="AD" clId="Web-{24B6D6C8-3455-3B1C-F507-7E625FF98027}"/>
    <pc:docChg chg="modSld">
      <pc:chgData name="Nguyễn Ái Chinh" userId="S::106220085@sv1.dut.udn.vn::46f12a8c-5992-4234-94f2-8900debf7bdd" providerId="AD" clId="Web-{24B6D6C8-3455-3B1C-F507-7E625FF98027}" dt="2026-10-28T22:12:10.211" v="15"/>
      <pc:docMkLst>
        <pc:docMk/>
      </pc:docMkLst>
      <pc:sldChg chg="addSp delSp modSp">
        <pc:chgData name="Nguyễn Ái Chinh" userId="S::106220085@sv1.dut.udn.vn::46f12a8c-5992-4234-94f2-8900debf7bdd" providerId="AD" clId="Web-{24B6D6C8-3455-3B1C-F507-7E625FF98027}" dt="2026-10-28T22:12:10.211" v="15"/>
        <pc:sldMkLst>
          <pc:docMk/>
          <pc:sldMk cId="2091247053" sldId="266"/>
        </pc:sldMkLst>
        <pc:picChg chg="add mod">
          <ac:chgData name="Nguyễn Ái Chinh" userId="S::106220085@sv1.dut.udn.vn::46f12a8c-5992-4234-94f2-8900debf7bdd" providerId="AD" clId="Web-{24B6D6C8-3455-3B1C-F507-7E625FF98027}" dt="2026-10-28T22:09:49.972" v="13" actId="1076"/>
          <ac:picMkLst>
            <pc:docMk/>
            <pc:sldMk cId="2091247053" sldId="266"/>
            <ac:picMk id="2" creationId="{CE247076-18A5-398E-0C7B-AEC52349B2AF}"/>
          </ac:picMkLst>
        </pc:picChg>
        <pc:picChg chg="del">
          <ac:chgData name="Nguyễn Ái Chinh" userId="S::106220085@sv1.dut.udn.vn::46f12a8c-5992-4234-94f2-8900debf7bdd" providerId="AD" clId="Web-{24B6D6C8-3455-3B1C-F507-7E625FF98027}" dt="2026-10-28T22:08:40.485" v="9"/>
          <ac:picMkLst>
            <pc:docMk/>
            <pc:sldMk cId="2091247053" sldId="266"/>
            <ac:picMk id="3" creationId="{A0600202-1D40-E4B5-E396-454947082084}"/>
          </ac:picMkLst>
        </pc:picChg>
        <pc:picChg chg="add mod">
          <ac:chgData name="Nguyễn Ái Chinh" userId="S::106220085@sv1.dut.udn.vn::46f12a8c-5992-4234-94f2-8900debf7bdd" providerId="AD" clId="Web-{24B6D6C8-3455-3B1C-F507-7E625FF98027}" dt="2026-10-28T22:12:10.211" v="15"/>
          <ac:picMkLst>
            <pc:docMk/>
            <pc:sldMk cId="2091247053" sldId="266"/>
            <ac:picMk id="3" creationId="{BDF35191-6F8E-73C7-3F1E-3361FF7F51BE}"/>
          </ac:picMkLst>
        </pc:picChg>
        <pc:picChg chg="add mod">
          <ac:chgData name="Nguyễn Ái Chinh" userId="S::106220085@sv1.dut.udn.vn::46f12a8c-5992-4234-94f2-8900debf7bdd" providerId="AD" clId="Web-{24B6D6C8-3455-3B1C-F507-7E625FF98027}" dt="2026-10-28T22:10:06.348" v="14"/>
          <ac:picMkLst>
            <pc:docMk/>
            <pc:sldMk cId="2091247053" sldId="266"/>
            <ac:picMk id="4" creationId="{0B489208-D92F-8603-C098-56D2840E1A3E}"/>
          </ac:picMkLst>
        </pc:picChg>
      </pc:sldChg>
      <pc:sldChg chg="addSp modSp">
        <pc:chgData name="Nguyễn Ái Chinh" userId="S::106220085@sv1.dut.udn.vn::46f12a8c-5992-4234-94f2-8900debf7bdd" providerId="AD" clId="Web-{24B6D6C8-3455-3B1C-F507-7E625FF98027}" dt="2026-10-28T22:08:31.797" v="8" actId="1076"/>
        <pc:sldMkLst>
          <pc:docMk/>
          <pc:sldMk cId="500278344" sldId="268"/>
        </pc:sldMkLst>
        <pc:picChg chg="mod">
          <ac:chgData name="Nguyễn Ái Chinh" userId="S::106220085@sv1.dut.udn.vn::46f12a8c-5992-4234-94f2-8900debf7bdd" providerId="AD" clId="Web-{24B6D6C8-3455-3B1C-F507-7E625FF98027}" dt="2026-10-28T22:08:31.797" v="8" actId="1076"/>
          <ac:picMkLst>
            <pc:docMk/>
            <pc:sldMk cId="500278344" sldId="268"/>
            <ac:picMk id="3" creationId="{035540DC-0657-B215-F3B3-435193521258}"/>
          </ac:picMkLst>
        </pc:picChg>
        <pc:picChg chg="add mod">
          <ac:chgData name="Nguyễn Ái Chinh" userId="S::106220085@sv1.dut.udn.vn::46f12a8c-5992-4234-94f2-8900debf7bdd" providerId="AD" clId="Web-{24B6D6C8-3455-3B1C-F507-7E625FF98027}" dt="2026-10-28T22:08:24.532" v="6" actId="1076"/>
          <ac:picMkLst>
            <pc:docMk/>
            <pc:sldMk cId="500278344" sldId="268"/>
            <ac:picMk id="4" creationId="{24E1B9B3-D0EA-5EB8-1B98-24D1855984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hợp theo notebook CNN_CIFAR_fruits_kernel_3x3.ipynb. Kết luận về phạm vi dataset dựa trên lớp CIFAR100 được nạp và 100 class_names.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err="1"/>
              <a:t>Nguồn</a:t>
            </a:r>
            <a:r>
              <a:t>: </a:t>
            </a:r>
            <a:r>
              <a:rPr err="1"/>
              <a:t>định</a:t>
            </a:r>
            <a:r>
              <a:t> </a:t>
            </a:r>
            <a:r>
              <a:rPr err="1"/>
              <a:t>nghĩa</a:t>
            </a:r>
            <a:r>
              <a:t> </a:t>
            </a:r>
            <a:r>
              <a:rPr err="1"/>
              <a:t>CustomCNN</a:t>
            </a:r>
            <a:r>
              <a:t> </a:t>
            </a:r>
            <a:r>
              <a:rPr err="1"/>
              <a:t>trong</a:t>
            </a:r>
            <a:r>
              <a:t> notebook CNN_CIFAR_fruits_kernel_3x3.ipynb.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Kích thước tensor được suy ra trực tiếp từ kernel_size=3, padding=1 và MaxPool2d(kernel_size=2, stride=2) trong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tham số và vòng lặp trích từ cell huấn luyện của notebook. Dữ liệu train ban đầu 50.000 ảnh được chia ngẫu nhiên 45.000/5.000; test giữ riêng 10.000 ảnh.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F3A62-4788-33B7-9CF0-F643559D3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59783-E4A4-1AD5-EBA2-29EC4A67B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73F21-C4D1-6405-9C82-3391D76ABDFF}"/>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A7B8E8EE-5365-44E2-7824-E7CA57E6883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7174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85C5-B9D0-6597-54ED-C26DBBB38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48438-F82A-A33E-FAB9-27AA4646F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53F416-8DC8-0236-F1ED-E5B9EC359DB9}"/>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8A9A52D9-03A4-2825-800F-25858A2AB35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56736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DC70-3595-FF3E-601E-12667FF0F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E0684-8D4E-259D-FAAD-2C581A030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18CA0-CB49-3504-8854-F8D7E5D53E2B}"/>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BA8B7B98-6D20-741D-A9C9-0044F571ED8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215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A68C1-2987-801A-7156-B831933CD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B6148-24F4-6035-FBE3-2ED0E7350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24E045-ACB0-047B-67E2-9138A1B9340B}"/>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FA5D1CB0-E6AC-24FD-8038-4FDED3D2211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69723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15A6-E311-1F5A-BEE1-381A16FD1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8B4B2-C169-9210-D041-81E26098D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3E4D6-5B4E-55FD-688B-46876E48A3AA}"/>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4B59AFFC-3165-CDFC-420D-8C9748B7481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35446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7AC17-C1A4-E1F5-C00E-F14E129A7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D24CF-BADA-DA30-976A-622AD8378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E7DD3E-EAC8-F2B1-AC94-69A28BA48F29}"/>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3B7B1640-0AA3-300A-C703-07D9A120D8D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3675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8442-BDE6-12CC-6FC0-56569E2EC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313B7-4926-36D3-DD69-9747238EC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810B8-0A5B-3B65-FA0A-AC2A0F17A1DC}"/>
              </a:ext>
            </a:extLst>
          </p:cNvPr>
          <p:cNvSpPr>
            <a:spLocks noGrp="1"/>
          </p:cNvSpPr>
          <p:nvPr>
            <p:ph type="body" idx="1"/>
          </p:nvPr>
        </p:nvSpPr>
        <p:spPr/>
        <p:txBody>
          <a:bodyPr/>
          <a:lstStyle/>
          <a:p>
            <a:r>
              <a:t>PCA dùng tối đa 3.000 mẫu từ test; t-SNE dùng tối đa 2.000 mẫu. Cả hai lấy vector sau AdaptiveAvgPool2d và Flatten.</a:t>
            </a:r>
          </a:p>
        </p:txBody>
      </p:sp>
      <p:sp>
        <p:nvSpPr>
          <p:cNvPr id="4" name="Slide Number Placeholder 3">
            <a:extLst>
              <a:ext uri="{FF2B5EF4-FFF2-40B4-BE49-F238E27FC236}">
                <a16:creationId xmlns:a16="http://schemas.microsoft.com/office/drawing/2014/main" id="{A52382F7-FCCA-9E4B-F783-D0237677CF6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08291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hợp theo notebook CNN_CIFAR_fruits_kernel_3x3.ipynb. Kết luận về phạm vi dataset dựa trên lớp CIFAR100 được nạp và 100 class_names.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số liệu chép từ output lưu trong notebook. F1-score được lấy từ classification_report; accuracy là 68.42% trên 10.000 ảnh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96F5582-FAC8-48D4-81C0-9FB42B149DE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6339D8E-F060-4461-9E63-EEB384784B7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2BCF5CA-AC71-41A7-BEDF-E3082431DE1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448CA95-D715-44CC-9C6F-003C4CC51A3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C563BAC-885D-47AC-85AB-AF6DF872265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CE33A3F-94FA-41EE-9C6C-D81506335D6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00CF85B-4706-4B0C-A7B5-9DD5C373A1F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66DD336-0776-4653-9F31-AAAA88220A9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88F36B3-8D3F-4EEE-B4FA-FEC84085985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546FBA5-1FF3-4124-8050-80446B99E05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F2EBD79-2083-EB24-3B74-0358C2799101}"/>
              </a:ext>
            </a:extLst>
          </p:cNvPr>
          <p:cNvSpPr txBox="1"/>
          <p:nvPr/>
        </p:nvSpPr>
        <p:spPr>
          <a:xfrm>
            <a:off x="1276000" y="265176"/>
            <a:ext cx="9666033" cy="1783080"/>
          </a:xfrm>
          <a:prstGeom prst="rect">
            <a:avLst/>
          </a:prstGeom>
          <a:noFill/>
          <a:ln/>
        </p:spPr>
        <p:txBody>
          <a:bodyPr wrap="square" lIns="91440" tIns="45720" rIns="91440" bIns="45720" rtlCol="0" anchor="ctr"/>
          <a:lstStyle/>
          <a:p>
            <a:pPr algn="ctr"/>
            <a:r>
              <a:rPr lang="en-US" sz="2000" b="1" dirty="0">
                <a:latin typeface="Times New Roman" panose="02020603050405020304" pitchFamily="18" charset="0"/>
                <a:ea typeface="Tomorrow Semi Bold" pitchFamily="34" charset="-122"/>
                <a:cs typeface="Times New Roman" panose="02020603050405020304" pitchFamily="18" charset="0"/>
              </a:rPr>
              <a:t>Trường </a:t>
            </a:r>
            <a:r>
              <a:rPr lang="en-US" sz="2000" b="1" dirty="0" err="1">
                <a:latin typeface="Times New Roman" panose="02020603050405020304" pitchFamily="18" charset="0"/>
                <a:ea typeface="Tomorrow Semi Bold" pitchFamily="34" charset="-122"/>
                <a:cs typeface="Times New Roman" panose="02020603050405020304" pitchFamily="18" charset="0"/>
              </a:rPr>
              <a:t>Đại</a:t>
            </a:r>
            <a:r>
              <a:rPr lang="en-US" sz="2000" b="1" dirty="0">
                <a:latin typeface="Times New Roman" panose="02020603050405020304" pitchFamily="18" charset="0"/>
                <a:ea typeface="Tomorrow Semi Bold" pitchFamily="34" charset="-122"/>
                <a:cs typeface="Times New Roman" panose="02020603050405020304" pitchFamily="18" charset="0"/>
              </a:rPr>
              <a:t> Học </a:t>
            </a:r>
            <a:r>
              <a:rPr lang="en-US" sz="2000" b="1" dirty="0" err="1">
                <a:latin typeface="Times New Roman" panose="02020603050405020304" pitchFamily="18" charset="0"/>
                <a:ea typeface="Tomorrow Semi Bold" pitchFamily="34" charset="-122"/>
                <a:cs typeface="Times New Roman" panose="02020603050405020304" pitchFamily="18" charset="0"/>
              </a:rPr>
              <a:t>Bách</a:t>
            </a:r>
            <a:r>
              <a:rPr lang="en-US" sz="2000" b="1" dirty="0">
                <a:latin typeface="Times New Roman" panose="02020603050405020304" pitchFamily="18" charset="0"/>
                <a:ea typeface="Tomorrow Semi Bold" pitchFamily="34" charset="-122"/>
                <a:cs typeface="Times New Roman" panose="02020603050405020304" pitchFamily="18" charset="0"/>
              </a:rPr>
              <a:t> Khoa-</a:t>
            </a:r>
            <a:r>
              <a:rPr lang="en-US" sz="2000" b="1" dirty="0" err="1">
                <a:latin typeface="Times New Roman" panose="02020603050405020304" pitchFamily="18" charset="0"/>
                <a:ea typeface="Tomorrow Semi Bold" pitchFamily="34" charset="-122"/>
                <a:cs typeface="Times New Roman" panose="02020603050405020304" pitchFamily="18" charset="0"/>
              </a:rPr>
              <a:t>Đại</a:t>
            </a:r>
            <a:r>
              <a:rPr lang="en-US" sz="2000" b="1" dirty="0">
                <a:latin typeface="Times New Roman" panose="02020603050405020304" pitchFamily="18" charset="0"/>
                <a:ea typeface="Tomorrow Semi Bold" pitchFamily="34" charset="-122"/>
                <a:cs typeface="Times New Roman" panose="02020603050405020304" pitchFamily="18" charset="0"/>
              </a:rPr>
              <a:t> Học </a:t>
            </a:r>
            <a:r>
              <a:rPr lang="en-US" sz="2000" b="1" dirty="0" err="1">
                <a:latin typeface="Times New Roman" panose="02020603050405020304" pitchFamily="18" charset="0"/>
                <a:ea typeface="Tomorrow Semi Bold" pitchFamily="34" charset="-122"/>
                <a:cs typeface="Times New Roman" panose="02020603050405020304" pitchFamily="18" charset="0"/>
              </a:rPr>
              <a:t>Đà</a:t>
            </a:r>
            <a:r>
              <a:rPr lang="en-US" sz="2000" b="1" dirty="0">
                <a:latin typeface="Times New Roman" panose="02020603050405020304" pitchFamily="18" charset="0"/>
                <a:ea typeface="Tomorrow Semi Bold" pitchFamily="34" charset="-122"/>
                <a:cs typeface="Times New Roman" panose="02020603050405020304" pitchFamily="18" charset="0"/>
              </a:rPr>
              <a:t> </a:t>
            </a:r>
            <a:r>
              <a:rPr lang="en-US" sz="2000" b="1" dirty="0" err="1">
                <a:latin typeface="Times New Roman" panose="02020603050405020304" pitchFamily="18" charset="0"/>
                <a:ea typeface="Tomorrow Semi Bold" pitchFamily="34" charset="-122"/>
                <a:cs typeface="Times New Roman" panose="02020603050405020304" pitchFamily="18" charset="0"/>
              </a:rPr>
              <a:t>Nẵng</a:t>
            </a:r>
            <a:endParaRPr lang="en-US" sz="2000" b="1" dirty="0">
              <a:latin typeface="Times New Roman" panose="02020603050405020304" pitchFamily="18" charset="0"/>
              <a:ea typeface="Tomorrow Semi Bold" pitchFamily="34" charset="-122"/>
              <a:cs typeface="Times New Roman" panose="02020603050405020304" pitchFamily="18" charset="0"/>
            </a:endParaRPr>
          </a:p>
          <a:p>
            <a:pPr algn="ctr"/>
            <a:endParaRPr lang="en-US" sz="2000" dirty="0"/>
          </a:p>
          <a:p>
            <a:pPr algn="ctr"/>
            <a:r>
              <a:rPr lang="en-US" sz="3200" dirty="0" err="1"/>
              <a:t>Đánh</a:t>
            </a:r>
            <a:r>
              <a:rPr lang="en-US" sz="3200" dirty="0"/>
              <a:t> </a:t>
            </a:r>
            <a:r>
              <a:rPr lang="en-US" sz="3200" dirty="0" err="1"/>
              <a:t>giá</a:t>
            </a:r>
            <a:r>
              <a:rPr lang="en-US" sz="3200" dirty="0"/>
              <a:t> </a:t>
            </a:r>
            <a:r>
              <a:rPr lang="en-US" sz="3200" dirty="0" err="1"/>
              <a:t>hiệu</a:t>
            </a:r>
            <a:r>
              <a:rPr lang="en-US" sz="3200" dirty="0"/>
              <a:t> </a:t>
            </a:r>
            <a:r>
              <a:rPr lang="en-US" sz="3200" dirty="0" err="1"/>
              <a:t>năng</a:t>
            </a:r>
            <a:r>
              <a:rPr lang="en-US" sz="3200" dirty="0"/>
              <a:t> </a:t>
            </a:r>
            <a:r>
              <a:rPr lang="en-US" sz="3200" dirty="0" err="1"/>
              <a:t>phân</a:t>
            </a:r>
            <a:r>
              <a:rPr lang="en-US" sz="3200" dirty="0"/>
              <a:t> </a:t>
            </a:r>
            <a:r>
              <a:rPr lang="en-US" sz="3200" dirty="0" err="1"/>
              <a:t>loại</a:t>
            </a:r>
            <a:r>
              <a:rPr lang="en-US" sz="3200" dirty="0"/>
              <a:t> </a:t>
            </a:r>
            <a:r>
              <a:rPr lang="en-US" sz="3200" dirty="0" err="1"/>
              <a:t>ảnh</a:t>
            </a:r>
            <a:r>
              <a:rPr lang="en-US" sz="3200" dirty="0"/>
              <a:t> </a:t>
            </a:r>
            <a:r>
              <a:rPr lang="en-US" sz="3200" dirty="0" err="1"/>
              <a:t>trên</a:t>
            </a:r>
            <a:r>
              <a:rPr lang="en-US" sz="3200" dirty="0"/>
              <a:t> </a:t>
            </a:r>
            <a:r>
              <a:rPr lang="en-US" sz="3200" dirty="0" err="1"/>
              <a:t>tập</a:t>
            </a:r>
            <a:r>
              <a:rPr lang="en-US" sz="3200" dirty="0"/>
              <a:t> </a:t>
            </a:r>
            <a:r>
              <a:rPr lang="en-US" sz="3200" dirty="0" err="1"/>
              <a:t>dữ</a:t>
            </a:r>
            <a:r>
              <a:rPr lang="en-US" sz="3200" dirty="0"/>
              <a:t> </a:t>
            </a:r>
            <a:r>
              <a:rPr lang="en-US" sz="3200" dirty="0" err="1"/>
              <a:t>liệu</a:t>
            </a:r>
            <a:r>
              <a:rPr lang="en-US" sz="3200" dirty="0"/>
              <a:t> CIFAR-100: MobileNetV3-Large </a:t>
            </a:r>
            <a:r>
              <a:rPr lang="en-US" sz="3200" dirty="0" err="1"/>
              <a:t>và</a:t>
            </a:r>
            <a:r>
              <a:rPr lang="en-US" sz="3200" dirty="0"/>
              <a:t> CNN </a:t>
            </a:r>
            <a:r>
              <a:rPr lang="en-US" sz="3200" dirty="0" err="1"/>
              <a:t>tự</a:t>
            </a:r>
            <a:r>
              <a:rPr lang="en-US" sz="3200" dirty="0"/>
              <a:t> </a:t>
            </a:r>
            <a:r>
              <a:rPr lang="en-US" sz="3200" dirty="0" err="1"/>
              <a:t>thiết</a:t>
            </a:r>
            <a:r>
              <a:rPr lang="en-US" sz="3200" dirty="0"/>
              <a:t> </a:t>
            </a:r>
            <a:r>
              <a:rPr lang="en-US" sz="3200" dirty="0" err="1"/>
              <a:t>kế</a:t>
            </a:r>
            <a:endParaRPr lang="en-US" sz="3200" b="1" dirty="0">
              <a:latin typeface="Times New Roman" panose="02020603050405020304" pitchFamily="18" charset="0"/>
              <a:ea typeface="Calibri"/>
              <a:cs typeface="Times New Roman" panose="02020603050405020304" pitchFamily="18" charset="0"/>
            </a:endParaRPr>
          </a:p>
        </p:txBody>
      </p:sp>
      <p:sp>
        <p:nvSpPr>
          <p:cNvPr id="7" name="TextBox 6">
            <a:extLst>
              <a:ext uri="{FF2B5EF4-FFF2-40B4-BE49-F238E27FC236}">
                <a16:creationId xmlns:a16="http://schemas.microsoft.com/office/drawing/2014/main" id="{600A96A4-625B-62FD-6829-24433E3DA92F}"/>
              </a:ext>
            </a:extLst>
          </p:cNvPr>
          <p:cNvSpPr txBox="1"/>
          <p:nvPr/>
        </p:nvSpPr>
        <p:spPr>
          <a:xfrm>
            <a:off x="3106737" y="3087654"/>
            <a:ext cx="600456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latin typeface="Times New Roman" panose="02020603050405020304" pitchFamily="18" charset="0"/>
                <a:ea typeface="Calibri"/>
                <a:cs typeface="Times New Roman" panose="02020603050405020304" pitchFamily="18" charset="0"/>
              </a:rPr>
              <a:t>Giảng</a:t>
            </a:r>
            <a:r>
              <a:rPr lang="en-US" sz="2000" b="1" dirty="0">
                <a:latin typeface="Times New Roman" panose="02020603050405020304" pitchFamily="18" charset="0"/>
                <a:ea typeface="Calibri"/>
                <a:cs typeface="Times New Roman" panose="02020603050405020304" pitchFamily="18" charset="0"/>
              </a:rPr>
              <a:t> </a:t>
            </a:r>
            <a:r>
              <a:rPr lang="en-US" sz="2000" b="1" dirty="0" err="1">
                <a:latin typeface="Times New Roman" panose="02020603050405020304" pitchFamily="18" charset="0"/>
                <a:ea typeface="Calibri"/>
                <a:cs typeface="Times New Roman" panose="02020603050405020304" pitchFamily="18" charset="0"/>
              </a:rPr>
              <a:t>viên</a:t>
            </a:r>
            <a:r>
              <a:rPr lang="en-US" sz="2000" b="1" dirty="0">
                <a:latin typeface="Times New Roman" panose="02020603050405020304" pitchFamily="18" charset="0"/>
                <a:ea typeface="Calibri"/>
                <a:cs typeface="Times New Roman" panose="02020603050405020304" pitchFamily="18" charset="0"/>
              </a:rPr>
              <a:t> </a:t>
            </a:r>
            <a:r>
              <a:rPr lang="en-US" sz="2000" b="1" dirty="0" err="1">
                <a:latin typeface="Times New Roman" panose="02020603050405020304" pitchFamily="18" charset="0"/>
                <a:ea typeface="Calibri"/>
                <a:cs typeface="Times New Roman" panose="02020603050405020304" pitchFamily="18" charset="0"/>
              </a:rPr>
              <a:t>hướng</a:t>
            </a:r>
            <a:r>
              <a:rPr lang="en-US" sz="2000" b="1" dirty="0">
                <a:latin typeface="Times New Roman" panose="02020603050405020304" pitchFamily="18" charset="0"/>
                <a:ea typeface="Calibri"/>
                <a:cs typeface="Times New Roman" panose="02020603050405020304" pitchFamily="18" charset="0"/>
              </a:rPr>
              <a:t> </a:t>
            </a:r>
            <a:r>
              <a:rPr lang="en-US" sz="2000" b="1" dirty="0" err="1">
                <a:latin typeface="Times New Roman" panose="02020603050405020304" pitchFamily="18" charset="0"/>
                <a:ea typeface="Calibri"/>
                <a:cs typeface="Times New Roman" panose="02020603050405020304" pitchFamily="18" charset="0"/>
              </a:rPr>
              <a:t>dẫn</a:t>
            </a:r>
            <a:r>
              <a:rPr lang="en-US" sz="2000" b="1" dirty="0">
                <a:latin typeface="Times New Roman" panose="02020603050405020304" pitchFamily="18" charset="0"/>
                <a:ea typeface="Calibri"/>
                <a:cs typeface="Times New Roman" panose="02020603050405020304" pitchFamily="18" charset="0"/>
              </a:rPr>
              <a:t>: </a:t>
            </a:r>
            <a:r>
              <a:rPr lang="en-US" sz="2000" b="1" dirty="0" err="1">
                <a:latin typeface="Times New Roman" panose="02020603050405020304" pitchFamily="18" charset="0"/>
                <a:ea typeface="Calibri"/>
                <a:cs typeface="Times New Roman" panose="02020603050405020304" pitchFamily="18" charset="0"/>
              </a:rPr>
              <a:t>Trần</a:t>
            </a:r>
            <a:r>
              <a:rPr lang="en-US" sz="2000" b="1" dirty="0">
                <a:latin typeface="Times New Roman" panose="02020603050405020304" pitchFamily="18" charset="0"/>
                <a:ea typeface="Calibri"/>
                <a:cs typeface="Times New Roman" panose="02020603050405020304" pitchFamily="18" charset="0"/>
              </a:rPr>
              <a:t> Thị Minh </a:t>
            </a:r>
            <a:r>
              <a:rPr lang="en-US" sz="2000" b="1" dirty="0" err="1">
                <a:latin typeface="Times New Roman" panose="02020603050405020304" pitchFamily="18" charset="0"/>
                <a:ea typeface="Calibri"/>
                <a:cs typeface="Times New Roman" panose="02020603050405020304" pitchFamily="18" charset="0"/>
              </a:rPr>
              <a:t>Hạnh</a:t>
            </a:r>
            <a:endParaRPr lang="en-US" sz="2000" dirty="0">
              <a:latin typeface="Times New Roman" panose="02020603050405020304" pitchFamily="18" charset="0"/>
              <a:ea typeface="Calibri"/>
              <a:cs typeface="Times New Roman" panose="02020603050405020304" pitchFamily="18" charset="0"/>
            </a:endParaRPr>
          </a:p>
          <a:p>
            <a:endParaRPr lang="en-US" sz="2000" dirty="0">
              <a:latin typeface="Times New Roman" panose="02020603050405020304" pitchFamily="18" charset="0"/>
              <a:ea typeface="Calibri"/>
              <a:cs typeface="Times New Roman" panose="02020603050405020304" pitchFamily="18" charset="0"/>
            </a:endParaRPr>
          </a:p>
          <a:p>
            <a:r>
              <a:rPr lang="en-US" sz="2000" b="1" dirty="0">
                <a:latin typeface="Times New Roman" panose="02020603050405020304" pitchFamily="18" charset="0"/>
                <a:ea typeface="Calibri"/>
                <a:cs typeface="Times New Roman" panose="02020603050405020304" pitchFamily="18" charset="0"/>
              </a:rPr>
              <a:t>Sinh </a:t>
            </a:r>
            <a:r>
              <a:rPr lang="en-US" sz="2000" b="1" dirty="0" err="1">
                <a:latin typeface="Times New Roman" panose="02020603050405020304" pitchFamily="18" charset="0"/>
                <a:ea typeface="Calibri"/>
                <a:cs typeface="Times New Roman" panose="02020603050405020304" pitchFamily="18" charset="0"/>
              </a:rPr>
              <a:t>viên</a:t>
            </a:r>
            <a:r>
              <a:rPr lang="en-US" sz="2000" b="1" dirty="0">
                <a:latin typeface="Times New Roman" panose="02020603050405020304" pitchFamily="18" charset="0"/>
                <a:ea typeface="Calibri"/>
                <a:cs typeface="Times New Roman" panose="02020603050405020304" pitchFamily="18" charset="0"/>
              </a:rPr>
              <a:t> </a:t>
            </a:r>
            <a:r>
              <a:rPr lang="en-US" sz="2000" b="1" dirty="0" err="1">
                <a:latin typeface="Times New Roman" panose="02020603050405020304" pitchFamily="18" charset="0"/>
                <a:ea typeface="Calibri"/>
                <a:cs typeface="Times New Roman" panose="02020603050405020304" pitchFamily="18" charset="0"/>
              </a:rPr>
              <a:t>thực</a:t>
            </a:r>
            <a:r>
              <a:rPr lang="en-US" sz="2000" b="1" dirty="0">
                <a:latin typeface="Times New Roman" panose="02020603050405020304" pitchFamily="18" charset="0"/>
                <a:ea typeface="Calibri"/>
                <a:cs typeface="Times New Roman" panose="02020603050405020304" pitchFamily="18" charset="0"/>
              </a:rPr>
              <a:t> </a:t>
            </a:r>
            <a:r>
              <a:rPr lang="en-US" sz="2000" b="1" dirty="0" err="1">
                <a:latin typeface="Times New Roman" panose="02020603050405020304" pitchFamily="18" charset="0"/>
                <a:ea typeface="Calibri"/>
                <a:cs typeface="Times New Roman" panose="02020603050405020304" pitchFamily="18" charset="0"/>
              </a:rPr>
              <a:t>hiện</a:t>
            </a:r>
            <a:r>
              <a:rPr lang="en-US" sz="2000" b="1" dirty="0">
                <a:latin typeface="Times New Roman" panose="02020603050405020304" pitchFamily="18" charset="0"/>
                <a:ea typeface="Calibri"/>
                <a:cs typeface="Times New Roman" panose="02020603050405020304" pitchFamily="18" charset="0"/>
              </a:rPr>
              <a:t>:</a:t>
            </a:r>
          </a:p>
          <a:p>
            <a:endParaRPr lang="en-US" sz="2000" b="1" dirty="0">
              <a:latin typeface="Times New Roman" panose="02020603050405020304" pitchFamily="18" charset="0"/>
              <a:ea typeface="Calibri"/>
              <a:cs typeface="Times New Roman" panose="02020603050405020304" pitchFamily="18" charset="0"/>
            </a:endParaRPr>
          </a:p>
          <a:p>
            <a:pPr marL="1714500" lvl="3" indent="-342900">
              <a:buAutoNum type="arabicPeriod"/>
            </a:pPr>
            <a:r>
              <a:rPr lang="en-US" sz="2000" dirty="0">
                <a:latin typeface="Times New Roman" panose="02020603050405020304" pitchFamily="18" charset="0"/>
                <a:ea typeface="Calibri"/>
                <a:cs typeface="Times New Roman" panose="02020603050405020304" pitchFamily="18" charset="0"/>
              </a:rPr>
              <a:t>Nguyễn Ái Chinh -22DT3</a:t>
            </a:r>
          </a:p>
          <a:p>
            <a:pPr marL="1714500" lvl="3" indent="-342900">
              <a:buAutoNum type="arabicPeriod"/>
            </a:pPr>
            <a:r>
              <a:rPr lang="en-US" sz="2000" dirty="0" err="1">
                <a:latin typeface="Times New Roman" panose="02020603050405020304" pitchFamily="18" charset="0"/>
                <a:ea typeface="Calibri"/>
                <a:cs typeface="Times New Roman" panose="02020603050405020304" pitchFamily="18" charset="0"/>
              </a:rPr>
              <a:t>Trần</a:t>
            </a:r>
            <a:r>
              <a:rPr lang="en-US" sz="2000" dirty="0">
                <a:latin typeface="Times New Roman" panose="02020603050405020304" pitchFamily="18" charset="0"/>
                <a:ea typeface="Calibri"/>
                <a:cs typeface="Times New Roman" panose="02020603050405020304" pitchFamily="18" charset="0"/>
              </a:rPr>
              <a:t> Thanh Hải    -22DT3</a:t>
            </a:r>
          </a:p>
          <a:p>
            <a:pPr marL="1714500" lvl="3" indent="-342900">
              <a:buAutoNum type="arabicPeriod"/>
            </a:pPr>
            <a:r>
              <a:rPr lang="en-US" sz="2000" dirty="0">
                <a:latin typeface="Times New Roman" panose="02020603050405020304" pitchFamily="18" charset="0"/>
                <a:ea typeface="Calibri"/>
                <a:cs typeface="Times New Roman" panose="02020603050405020304" pitchFamily="18" charset="0"/>
              </a:rPr>
              <a:t>Lê Quang Thắng  -22DT3</a:t>
            </a:r>
          </a:p>
          <a:p>
            <a:pPr marL="800100" lvl="1" indent="-342900">
              <a:buAutoNum type="arabicPeriod"/>
            </a:pPr>
            <a:endParaRPr lang="en-US" sz="2000" dirty="0">
              <a:latin typeface="Times New Roman" panose="02020603050405020304" pitchFamily="18" charset="0"/>
              <a:ea typeface="Calibri"/>
              <a:cs typeface="Times New Roman" panose="02020603050405020304" pitchFamily="18" charset="0"/>
            </a:endParaRPr>
          </a:p>
          <a:p>
            <a:endParaRPr lang="en-US" sz="2000" dirty="0">
              <a:latin typeface="Times New Roman" panose="02020603050405020304" pitchFamily="18" charset="0"/>
              <a:ea typeface="Calibri"/>
              <a:cs typeface="Times New Roman" panose="02020603050405020304" pitchFamily="18" charset="0"/>
            </a:endParaRPr>
          </a:p>
        </p:txBody>
      </p:sp>
      <p:pic>
        <p:nvPicPr>
          <p:cNvPr id="27" name="Picture 2" descr="Không có mô tả ảnh.">
            <a:extLst>
              <a:ext uri="{FF2B5EF4-FFF2-40B4-BE49-F238E27FC236}">
                <a16:creationId xmlns:a16="http://schemas.microsoft.com/office/drawing/2014/main" id="{8E9BD81D-F6BF-497C-41D2-2229A74B4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68" y="13992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251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age-9">
            <a:extLst>
              <a:ext uri="{FF2B5EF4-FFF2-40B4-BE49-F238E27FC236}">
                <a16:creationId xmlns:a16="http://schemas.microsoft.com/office/drawing/2014/main" id="{798BF2BD-6AEA-428E-A905-B1CAF0CC700F}"/>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1</a:t>
            </a:r>
            <a:endParaRPr sz="998">
              <a:solidFill>
                <a:srgbClr val="5F6B7C"/>
              </a:solidFill>
              <a:latin typeface="Aptos"/>
              <a:ea typeface="Aptos"/>
              <a:cs typeface="Aptos"/>
            </a:endParaRPr>
          </a:p>
        </p:txBody>
      </p:sp>
      <p:pic>
        <p:nvPicPr>
          <p:cNvPr id="25" name="Picture 24" descr="Frontiers | Towards standardizing mitral transcatheter edge-to-edge repair with deep-learning algorithm: a comprehensive multi-model strategy">
            <a:extLst>
              <a:ext uri="{FF2B5EF4-FFF2-40B4-BE49-F238E27FC236}">
                <a16:creationId xmlns:a16="http://schemas.microsoft.com/office/drawing/2014/main" id="{CFB283B4-D353-6BE0-95A5-71294EBFCB3A}"/>
              </a:ext>
            </a:extLst>
          </p:cNvPr>
          <p:cNvPicPr>
            <a:picLocks noChangeAspect="1"/>
          </p:cNvPicPr>
          <p:nvPr/>
        </p:nvPicPr>
        <p:blipFill>
          <a:blip r:embed="rId3"/>
          <a:stretch>
            <a:fillRect/>
          </a:stretch>
        </p:blipFill>
        <p:spPr>
          <a:xfrm>
            <a:off x="5410899" y="514659"/>
            <a:ext cx="6087681" cy="5143500"/>
          </a:xfrm>
          <a:prstGeom prst="rect">
            <a:avLst/>
          </a:prstGeom>
        </p:spPr>
      </p:pic>
      <p:sp>
        <p:nvSpPr>
          <p:cNvPr id="27" name="TextBox 26">
            <a:extLst>
              <a:ext uri="{FF2B5EF4-FFF2-40B4-BE49-F238E27FC236}">
                <a16:creationId xmlns:a16="http://schemas.microsoft.com/office/drawing/2014/main" id="{4482DC80-5150-2907-C948-25957DDB99D7}"/>
              </a:ext>
            </a:extLst>
          </p:cNvPr>
          <p:cNvSpPr txBox="1"/>
          <p:nvPr/>
        </p:nvSpPr>
        <p:spPr>
          <a:xfrm>
            <a:off x="339458" y="1199841"/>
            <a:ext cx="5529668" cy="2308324"/>
          </a:xfrm>
          <a:prstGeom prst="rect">
            <a:avLst/>
          </a:prstGeom>
          <a:noFill/>
        </p:spPr>
        <p:txBody>
          <a:bodyPr wrap="square" rtlCol="0">
            <a:spAutoFit/>
          </a:bodyPr>
          <a:lstStyle/>
          <a:p>
            <a:pPr algn="just"/>
            <a:r>
              <a:rPr lang="en-US" dirty="0">
                <a:latin typeface="Calibri (Body)"/>
              </a:rPr>
              <a:t>MobileNetV3-Large is a lightweight CNN that balances accuracy and computational efficiency, making it ideal for mobile and embedded devices.</a:t>
            </a:r>
          </a:p>
          <a:p>
            <a:pPr algn="just"/>
            <a:r>
              <a:rPr lang="en-US" dirty="0">
                <a:latin typeface="Calibri (Body)"/>
              </a:rPr>
              <a:t>Key techniques:</a:t>
            </a:r>
          </a:p>
          <a:p>
            <a:pPr marL="285750" indent="-285750" algn="just">
              <a:buFont typeface="Wingdings" panose="05000000000000000000" pitchFamily="2" charset="2"/>
              <a:buChar char="q"/>
            </a:pPr>
            <a:r>
              <a:rPr lang="vi-VN" dirty="0">
                <a:latin typeface="Calibri (Body)"/>
              </a:rPr>
              <a:t>Inverted Residual Block</a:t>
            </a:r>
          </a:p>
          <a:p>
            <a:pPr marL="285750" indent="-285750" algn="just">
              <a:buFont typeface="Wingdings" panose="05000000000000000000" pitchFamily="2" charset="2"/>
              <a:buChar char="q"/>
            </a:pPr>
            <a:r>
              <a:rPr lang="vi-VN" dirty="0">
                <a:latin typeface="Calibri (Body)"/>
              </a:rPr>
              <a:t>Depthwise Separable Convolution</a:t>
            </a:r>
          </a:p>
          <a:p>
            <a:pPr marL="285750" indent="-285750" algn="just">
              <a:buFont typeface="Wingdings" panose="05000000000000000000" pitchFamily="2" charset="2"/>
              <a:buChar char="q"/>
            </a:pPr>
            <a:r>
              <a:rPr lang="vi-VN" dirty="0">
                <a:latin typeface="Calibri (Body)"/>
              </a:rPr>
              <a:t>Squeeze-and-Excitation (SE) </a:t>
            </a:r>
          </a:p>
          <a:p>
            <a:pPr marL="285750" indent="-285750" algn="just">
              <a:buFont typeface="Wingdings" panose="05000000000000000000" pitchFamily="2" charset="2"/>
              <a:buChar char="q"/>
            </a:pPr>
            <a:r>
              <a:rPr lang="en-US" dirty="0">
                <a:latin typeface="Calibri (Body)"/>
              </a:rPr>
              <a:t>Activate function:</a:t>
            </a:r>
            <a:r>
              <a:rPr lang="vi-VN" dirty="0">
                <a:latin typeface="Calibri (Body)"/>
              </a:rPr>
              <a:t> h-swish</a:t>
            </a:r>
            <a:endParaRPr lang="en-US" dirty="0">
              <a:latin typeface="Calibri (Body)"/>
            </a:endParaRPr>
          </a:p>
        </p:txBody>
      </p:sp>
    </p:spTree>
    <p:extLst>
      <p:ext uri="{BB962C8B-B14F-4D97-AF65-F5344CB8AC3E}">
        <p14:creationId xmlns:p14="http://schemas.microsoft.com/office/powerpoint/2010/main" val="35538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B702FC-96A7-EC49-12A4-03E804880A5D}"/>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a:solidFill>
                  <a:srgbClr val="5F6B7C"/>
                </a:solidFill>
                <a:latin typeface="Aptos"/>
              </a:rPr>
              <a:t>2</a:t>
            </a:r>
            <a:endParaRPr sz="1000" b="0" i="0">
              <a:solidFill>
                <a:srgbClr val="5F6B7C"/>
              </a:solidFill>
              <a:latin typeface="Aptos"/>
            </a:endParaRPr>
          </a:p>
        </p:txBody>
      </p:sp>
      <p:pic>
        <p:nvPicPr>
          <p:cNvPr id="5" name="Picture 4">
            <a:extLst>
              <a:ext uri="{FF2B5EF4-FFF2-40B4-BE49-F238E27FC236}">
                <a16:creationId xmlns:a16="http://schemas.microsoft.com/office/drawing/2014/main" id="{6A0DB560-9041-E879-6BD2-1805511A4AF9}"/>
              </a:ext>
            </a:extLst>
          </p:cNvPr>
          <p:cNvPicPr>
            <a:picLocks noChangeAspect="1"/>
          </p:cNvPicPr>
          <p:nvPr/>
        </p:nvPicPr>
        <p:blipFill>
          <a:blip r:embed="rId2"/>
          <a:stretch>
            <a:fillRect/>
          </a:stretch>
        </p:blipFill>
        <p:spPr>
          <a:xfrm>
            <a:off x="5263215" y="786636"/>
            <a:ext cx="6731346" cy="5010407"/>
          </a:xfrm>
          <a:prstGeom prst="rect">
            <a:avLst/>
          </a:prstGeom>
        </p:spPr>
      </p:pic>
      <p:pic>
        <p:nvPicPr>
          <p:cNvPr id="11" name="Picture 10">
            <a:extLst>
              <a:ext uri="{FF2B5EF4-FFF2-40B4-BE49-F238E27FC236}">
                <a16:creationId xmlns:a16="http://schemas.microsoft.com/office/drawing/2014/main" id="{608828E4-D7F5-B6E1-42FE-48895BF30D4A}"/>
              </a:ext>
            </a:extLst>
          </p:cNvPr>
          <p:cNvPicPr>
            <a:picLocks noChangeAspect="1"/>
          </p:cNvPicPr>
          <p:nvPr/>
        </p:nvPicPr>
        <p:blipFill>
          <a:blip r:embed="rId3"/>
          <a:stretch>
            <a:fillRect/>
          </a:stretch>
        </p:blipFill>
        <p:spPr>
          <a:xfrm>
            <a:off x="70185" y="1631188"/>
            <a:ext cx="5193030" cy="3462020"/>
          </a:xfrm>
          <a:prstGeom prst="rect">
            <a:avLst/>
          </a:prstGeom>
        </p:spPr>
      </p:pic>
    </p:spTree>
    <p:extLst>
      <p:ext uri="{BB962C8B-B14F-4D97-AF65-F5344CB8AC3E}">
        <p14:creationId xmlns:p14="http://schemas.microsoft.com/office/powerpoint/2010/main" val="3607678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5540DC-0657-B215-F3B3-435193521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46" y="1804100"/>
            <a:ext cx="5886522" cy="3217603"/>
          </a:xfrm>
          <a:prstGeom prst="rect">
            <a:avLst/>
          </a:prstGeom>
        </p:spPr>
      </p:pic>
      <p:pic>
        <p:nvPicPr>
          <p:cNvPr id="4" name="Picture 2" descr="Ảnh có chứa văn bản, hàng, biểu đồ, Sơ đồ&#10;&#10;Nội dung do AI tạo ra có thể không chính xác.">
            <a:extLst>
              <a:ext uri="{FF2B5EF4-FFF2-40B4-BE49-F238E27FC236}">
                <a16:creationId xmlns:a16="http://schemas.microsoft.com/office/drawing/2014/main" id="{24E1B9B3-D0EA-5EB8-1B98-24D185598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804100"/>
            <a:ext cx="5907987" cy="3228337"/>
          </a:xfrm>
          <a:prstGeom prst="rect">
            <a:avLst/>
          </a:prstGeom>
        </p:spPr>
      </p:pic>
      <p:sp>
        <p:nvSpPr>
          <p:cNvPr id="7" name="TextBox 6">
            <a:extLst>
              <a:ext uri="{FF2B5EF4-FFF2-40B4-BE49-F238E27FC236}">
                <a16:creationId xmlns:a16="http://schemas.microsoft.com/office/drawing/2014/main" id="{25538AC1-F163-A781-C264-336428F6DB27}"/>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3</a:t>
            </a:r>
            <a:endParaRPr sz="1000" b="0" i="0">
              <a:solidFill>
                <a:srgbClr val="5F6B7C"/>
              </a:solidFill>
              <a:latin typeface="Aptos"/>
            </a:endParaRPr>
          </a:p>
        </p:txBody>
      </p:sp>
    </p:spTree>
    <p:extLst>
      <p:ext uri="{BB962C8B-B14F-4D97-AF65-F5344CB8AC3E}">
        <p14:creationId xmlns:p14="http://schemas.microsoft.com/office/powerpoint/2010/main" val="500278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Hình ảnh 2">
            <a:extLst>
              <a:ext uri="{FF2B5EF4-FFF2-40B4-BE49-F238E27FC236}">
                <a16:creationId xmlns:a16="http://schemas.microsoft.com/office/drawing/2014/main" id="{7644E5A8-8FEA-B166-555E-A19875616485}"/>
              </a:ext>
            </a:extLst>
          </p:cNvPr>
          <p:cNvPicPr>
            <a:picLocks noChangeAspect="1"/>
          </p:cNvPicPr>
          <p:nvPr/>
        </p:nvPicPr>
        <p:blipFill>
          <a:blip r:embed="rId2"/>
          <a:stretch>
            <a:fillRect/>
          </a:stretch>
        </p:blipFill>
        <p:spPr>
          <a:xfrm>
            <a:off x="0" y="1448946"/>
            <a:ext cx="12192000" cy="3567129"/>
          </a:xfrm>
          <a:prstGeom prst="rect">
            <a:avLst/>
          </a:prstGeom>
        </p:spPr>
      </p:pic>
      <p:sp>
        <p:nvSpPr>
          <p:cNvPr id="6" name="TextBox 5">
            <a:extLst>
              <a:ext uri="{FF2B5EF4-FFF2-40B4-BE49-F238E27FC236}">
                <a16:creationId xmlns:a16="http://schemas.microsoft.com/office/drawing/2014/main" id="{AF41188D-C3EE-3F7F-0019-DB998533F1D7}"/>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4</a:t>
            </a:r>
            <a:endParaRPr sz="1000" b="0" i="0">
              <a:solidFill>
                <a:srgbClr val="5F6B7C"/>
              </a:solidFill>
              <a:latin typeface="Aptos"/>
            </a:endParaRPr>
          </a:p>
        </p:txBody>
      </p:sp>
    </p:spTree>
    <p:extLst>
      <p:ext uri="{BB962C8B-B14F-4D97-AF65-F5344CB8AC3E}">
        <p14:creationId xmlns:p14="http://schemas.microsoft.com/office/powerpoint/2010/main" val="78624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Hình ảnh 3">
            <a:extLst>
              <a:ext uri="{FF2B5EF4-FFF2-40B4-BE49-F238E27FC236}">
                <a16:creationId xmlns:a16="http://schemas.microsoft.com/office/drawing/2014/main" id="{0B489208-D92F-8603-C098-56D2840E1A3E}"/>
              </a:ext>
            </a:extLst>
          </p:cNvPr>
          <p:cNvPicPr>
            <a:picLocks noChangeAspect="1"/>
          </p:cNvPicPr>
          <p:nvPr/>
        </p:nvPicPr>
        <p:blipFill>
          <a:blip r:embed="rId2"/>
          <a:stretch>
            <a:fillRect/>
          </a:stretch>
        </p:blipFill>
        <p:spPr>
          <a:xfrm>
            <a:off x="402100" y="264158"/>
            <a:ext cx="11561064" cy="6329683"/>
          </a:xfrm>
          <a:prstGeom prst="rect">
            <a:avLst/>
          </a:prstGeom>
        </p:spPr>
      </p:pic>
      <p:sp>
        <p:nvSpPr>
          <p:cNvPr id="6" name="TextBox 5">
            <a:extLst>
              <a:ext uri="{FF2B5EF4-FFF2-40B4-BE49-F238E27FC236}">
                <a16:creationId xmlns:a16="http://schemas.microsoft.com/office/drawing/2014/main" id="{574AE063-6117-0C1D-2018-9B1BFB4C58A7}"/>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5</a:t>
            </a:r>
            <a:endParaRPr sz="1000" b="0" i="0">
              <a:solidFill>
                <a:srgbClr val="5F6B7C"/>
              </a:solidFill>
              <a:latin typeface="Aptos"/>
            </a:endParaRPr>
          </a:p>
        </p:txBody>
      </p:sp>
    </p:spTree>
    <p:extLst>
      <p:ext uri="{BB962C8B-B14F-4D97-AF65-F5344CB8AC3E}">
        <p14:creationId xmlns:p14="http://schemas.microsoft.com/office/powerpoint/2010/main" val="209124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A6BB57-A606-2FBD-CCA3-1D8418EF5571}"/>
              </a:ext>
            </a:extLst>
          </p:cNvPr>
          <p:cNvPicPr>
            <a:picLocks noChangeAspect="1"/>
          </p:cNvPicPr>
          <p:nvPr/>
        </p:nvPicPr>
        <p:blipFill>
          <a:blip r:embed="rId2"/>
          <a:stretch>
            <a:fillRect/>
          </a:stretch>
        </p:blipFill>
        <p:spPr>
          <a:xfrm>
            <a:off x="73250" y="1192100"/>
            <a:ext cx="6311520" cy="4473799"/>
          </a:xfrm>
          <a:prstGeom prst="rect">
            <a:avLst/>
          </a:prstGeom>
        </p:spPr>
      </p:pic>
      <p:pic>
        <p:nvPicPr>
          <p:cNvPr id="5" name="Picture 4">
            <a:extLst>
              <a:ext uri="{FF2B5EF4-FFF2-40B4-BE49-F238E27FC236}">
                <a16:creationId xmlns:a16="http://schemas.microsoft.com/office/drawing/2014/main" id="{22F96BA6-468C-0FA2-97E5-8B86BCCDE496}"/>
              </a:ext>
            </a:extLst>
          </p:cNvPr>
          <p:cNvPicPr>
            <a:picLocks noChangeAspect="1"/>
          </p:cNvPicPr>
          <p:nvPr/>
        </p:nvPicPr>
        <p:blipFill>
          <a:blip r:embed="rId3"/>
          <a:stretch>
            <a:fillRect/>
          </a:stretch>
        </p:blipFill>
        <p:spPr>
          <a:xfrm>
            <a:off x="6384770" y="1251534"/>
            <a:ext cx="5645497" cy="4354929"/>
          </a:xfrm>
          <a:prstGeom prst="rect">
            <a:avLst/>
          </a:prstGeom>
        </p:spPr>
      </p:pic>
      <p:sp>
        <p:nvSpPr>
          <p:cNvPr id="7" name="TextBox 6">
            <a:extLst>
              <a:ext uri="{FF2B5EF4-FFF2-40B4-BE49-F238E27FC236}">
                <a16:creationId xmlns:a16="http://schemas.microsoft.com/office/drawing/2014/main" id="{8DB4DF40-A443-AC52-FBC3-6509268EC9ED}"/>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6</a:t>
            </a:r>
            <a:endParaRPr sz="1000" b="0" i="0">
              <a:solidFill>
                <a:srgbClr val="5F6B7C"/>
              </a:solidFill>
              <a:latin typeface="Aptos"/>
            </a:endParaRPr>
          </a:p>
        </p:txBody>
      </p:sp>
    </p:spTree>
    <p:extLst>
      <p:ext uri="{BB962C8B-B14F-4D97-AF65-F5344CB8AC3E}">
        <p14:creationId xmlns:p14="http://schemas.microsoft.com/office/powerpoint/2010/main" val="2527466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196CE7-25E4-7FCE-0C1C-773F5B3B5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3105" y="159944"/>
            <a:ext cx="7101838" cy="6538112"/>
          </a:xfrm>
          <a:prstGeom prst="rect">
            <a:avLst/>
          </a:prstGeom>
        </p:spPr>
      </p:pic>
      <p:pic>
        <p:nvPicPr>
          <p:cNvPr id="5" name="Picture 4">
            <a:extLst>
              <a:ext uri="{FF2B5EF4-FFF2-40B4-BE49-F238E27FC236}">
                <a16:creationId xmlns:a16="http://schemas.microsoft.com/office/drawing/2014/main" id="{5C6C3363-02BA-D804-04CC-41BCEE57602E}"/>
              </a:ext>
            </a:extLst>
          </p:cNvPr>
          <p:cNvPicPr>
            <a:picLocks noChangeAspect="1"/>
          </p:cNvPicPr>
          <p:nvPr/>
        </p:nvPicPr>
        <p:blipFill>
          <a:blip r:embed="rId3"/>
          <a:stretch>
            <a:fillRect/>
          </a:stretch>
        </p:blipFill>
        <p:spPr>
          <a:xfrm>
            <a:off x="291643" y="1688799"/>
            <a:ext cx="4845197" cy="2992929"/>
          </a:xfrm>
          <a:prstGeom prst="rect">
            <a:avLst/>
          </a:prstGeom>
        </p:spPr>
      </p:pic>
      <p:sp>
        <p:nvSpPr>
          <p:cNvPr id="7" name="TextBox 6">
            <a:extLst>
              <a:ext uri="{FF2B5EF4-FFF2-40B4-BE49-F238E27FC236}">
                <a16:creationId xmlns:a16="http://schemas.microsoft.com/office/drawing/2014/main" id="{F548DD23-4277-21BD-5159-6936DF4C50E9}"/>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7</a:t>
            </a:r>
            <a:endParaRPr sz="1000" b="0" i="0">
              <a:solidFill>
                <a:srgbClr val="5F6B7C"/>
              </a:solidFill>
              <a:latin typeface="Aptos"/>
            </a:endParaRPr>
          </a:p>
        </p:txBody>
      </p:sp>
    </p:spTree>
    <p:extLst>
      <p:ext uri="{BB962C8B-B14F-4D97-AF65-F5344CB8AC3E}">
        <p14:creationId xmlns:p14="http://schemas.microsoft.com/office/powerpoint/2010/main" val="363006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AF6382-2D8E-70D4-16CB-DDC664F7C8A4}"/>
              </a:ext>
            </a:extLst>
          </p:cNvPr>
          <p:cNvPicPr>
            <a:picLocks noChangeAspect="1"/>
          </p:cNvPicPr>
          <p:nvPr/>
        </p:nvPicPr>
        <p:blipFill>
          <a:blip r:embed="rId2"/>
          <a:stretch>
            <a:fillRect/>
          </a:stretch>
        </p:blipFill>
        <p:spPr>
          <a:xfrm>
            <a:off x="2971800" y="128309"/>
            <a:ext cx="6446800" cy="6316075"/>
          </a:xfrm>
          <a:prstGeom prst="rect">
            <a:avLst/>
          </a:prstGeom>
        </p:spPr>
      </p:pic>
      <p:sp>
        <p:nvSpPr>
          <p:cNvPr id="5" name="TextBox 4">
            <a:extLst>
              <a:ext uri="{FF2B5EF4-FFF2-40B4-BE49-F238E27FC236}">
                <a16:creationId xmlns:a16="http://schemas.microsoft.com/office/drawing/2014/main" id="{0B108BBF-0804-E47D-A811-1CC513274DB0}"/>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8</a:t>
            </a:r>
            <a:endParaRPr sz="1000" b="0" i="0">
              <a:solidFill>
                <a:srgbClr val="5F6B7C"/>
              </a:solidFill>
              <a:latin typeface="Aptos"/>
            </a:endParaRPr>
          </a:p>
        </p:txBody>
      </p:sp>
    </p:spTree>
    <p:extLst>
      <p:ext uri="{BB962C8B-B14F-4D97-AF65-F5344CB8AC3E}">
        <p14:creationId xmlns:p14="http://schemas.microsoft.com/office/powerpoint/2010/main" val="1542524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E8E7F5-AB7D-6C4A-FB1B-B6F2B6735D8C}"/>
              </a:ext>
            </a:extLst>
          </p:cNvPr>
          <p:cNvPicPr>
            <a:picLocks noChangeAspect="1"/>
          </p:cNvPicPr>
          <p:nvPr/>
        </p:nvPicPr>
        <p:blipFill>
          <a:blip r:embed="rId2"/>
          <a:stretch>
            <a:fillRect/>
          </a:stretch>
        </p:blipFill>
        <p:spPr>
          <a:xfrm>
            <a:off x="2616021" y="511025"/>
            <a:ext cx="6959958" cy="5835950"/>
          </a:xfrm>
          <a:prstGeom prst="rect">
            <a:avLst/>
          </a:prstGeom>
        </p:spPr>
      </p:pic>
      <p:sp>
        <p:nvSpPr>
          <p:cNvPr id="5" name="TextBox 4">
            <a:extLst>
              <a:ext uri="{FF2B5EF4-FFF2-40B4-BE49-F238E27FC236}">
                <a16:creationId xmlns:a16="http://schemas.microsoft.com/office/drawing/2014/main" id="{C67F2E02-3382-1E57-CEF1-6E95CA6D256B}"/>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9</a:t>
            </a:r>
            <a:endParaRPr sz="1000" b="0" i="0">
              <a:solidFill>
                <a:srgbClr val="5F6B7C"/>
              </a:solidFill>
              <a:latin typeface="Aptos"/>
            </a:endParaRPr>
          </a:p>
        </p:txBody>
      </p:sp>
    </p:spTree>
    <p:extLst>
      <p:ext uri="{BB962C8B-B14F-4D97-AF65-F5344CB8AC3E}">
        <p14:creationId xmlns:p14="http://schemas.microsoft.com/office/powerpoint/2010/main" val="1818669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2">
            <a:extLst>
              <a:ext uri="{FF2B5EF4-FFF2-40B4-BE49-F238E27FC236}">
                <a16:creationId xmlns:a16="http://schemas.microsoft.com/office/drawing/2014/main" id="{273A524A-0447-4292-A43A-03B8236FE678}"/>
              </a:ext>
            </a:extLst>
          </p:cNvPr>
          <p:cNvSpPr>
            <a:spLocks noGrp="1"/>
          </p:cNvSpPr>
          <p:nvPr/>
        </p:nvSpPr>
        <p:spPr>
          <a:xfrm>
            <a:off x="533400" y="20002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lgn="l">
              <a:buNone/>
              <a:defRPr sz="2550" b="1">
                <a:solidFill>
                  <a:srgbClr val="142B4E"/>
                </a:solidFill>
                <a:latin typeface="Aptos"/>
                <a:ea typeface="Aptos"/>
                <a:cs typeface="Aptos"/>
              </a:defRPr>
            </a:pPr>
            <a:r>
              <a:rPr sz="2550" b="1" err="1">
                <a:solidFill>
                  <a:srgbClr val="142B4E"/>
                </a:solidFill>
                <a:latin typeface="Aptos"/>
                <a:ea typeface="Aptos"/>
                <a:cs typeface="Aptos"/>
              </a:rPr>
              <a:t>Tổng</a:t>
            </a:r>
            <a:r>
              <a:rPr sz="2550" b="1">
                <a:solidFill>
                  <a:srgbClr val="142B4E"/>
                </a:solidFill>
                <a:latin typeface="Aptos"/>
                <a:ea typeface="Aptos"/>
                <a:cs typeface="Aptos"/>
              </a:rPr>
              <a:t> </a:t>
            </a:r>
            <a:r>
              <a:rPr sz="2550" b="1" err="1">
                <a:solidFill>
                  <a:srgbClr val="142B4E"/>
                </a:solidFill>
                <a:latin typeface="Aptos"/>
                <a:ea typeface="Aptos"/>
                <a:cs typeface="Aptos"/>
              </a:rPr>
              <a:t>quan</a:t>
            </a:r>
            <a:r>
              <a:rPr sz="2550" b="1">
                <a:solidFill>
                  <a:srgbClr val="142B4E"/>
                </a:solidFill>
                <a:latin typeface="Aptos"/>
                <a:ea typeface="Aptos"/>
                <a:cs typeface="Aptos"/>
              </a:rPr>
              <a:t> </a:t>
            </a:r>
            <a:r>
              <a:rPr sz="2550" b="1" err="1">
                <a:solidFill>
                  <a:srgbClr val="142B4E"/>
                </a:solidFill>
                <a:latin typeface="Aptos"/>
                <a:ea typeface="Aptos"/>
                <a:cs typeface="Aptos"/>
              </a:rPr>
              <a:t>kiến</a:t>
            </a:r>
            <a:r>
              <a:rPr sz="2550" b="1">
                <a:solidFill>
                  <a:srgbClr val="142B4E"/>
                </a:solidFill>
                <a:latin typeface="Aptos"/>
                <a:ea typeface="Aptos"/>
                <a:cs typeface="Aptos"/>
              </a:rPr>
              <a:t> </a:t>
            </a:r>
            <a:r>
              <a:rPr sz="2550" b="1" err="1">
                <a:solidFill>
                  <a:srgbClr val="142B4E"/>
                </a:solidFill>
                <a:latin typeface="Aptos"/>
                <a:ea typeface="Aptos"/>
                <a:cs typeface="Aptos"/>
              </a:rPr>
              <a:t>trúc</a:t>
            </a:r>
            <a:r>
              <a:rPr sz="2550" b="1">
                <a:solidFill>
                  <a:srgbClr val="142B4E"/>
                </a:solidFill>
                <a:latin typeface="Aptos"/>
                <a:ea typeface="Aptos"/>
                <a:cs typeface="Aptos"/>
              </a:rPr>
              <a:t> CNN </a:t>
            </a:r>
            <a:r>
              <a:rPr sz="2550" b="1" err="1">
                <a:solidFill>
                  <a:srgbClr val="142B4E"/>
                </a:solidFill>
                <a:latin typeface="Aptos"/>
                <a:ea typeface="Aptos"/>
                <a:cs typeface="Aptos"/>
              </a:rPr>
              <a:t>tự</a:t>
            </a:r>
            <a:r>
              <a:rPr sz="2550" b="1">
                <a:solidFill>
                  <a:srgbClr val="142B4E"/>
                </a:solidFill>
                <a:latin typeface="Aptos"/>
                <a:ea typeface="Aptos"/>
                <a:cs typeface="Aptos"/>
              </a:rPr>
              <a:t> </a:t>
            </a:r>
            <a:r>
              <a:rPr sz="2550" b="1" err="1">
                <a:solidFill>
                  <a:srgbClr val="142B4E"/>
                </a:solidFill>
                <a:latin typeface="Aptos"/>
                <a:ea typeface="Aptos"/>
                <a:cs typeface="Aptos"/>
              </a:rPr>
              <a:t>xây</a:t>
            </a:r>
            <a:endParaRPr sz="2550" b="1">
              <a:solidFill>
                <a:srgbClr val="142B4E"/>
              </a:solidFill>
              <a:latin typeface="Aptos"/>
              <a:ea typeface="Aptos"/>
              <a:cs typeface="Aptos"/>
            </a:endParaRPr>
          </a:p>
        </p:txBody>
      </p:sp>
      <p:sp>
        <p:nvSpPr>
          <p:cNvPr id="4" name="page-2">
            <a:extLst>
              <a:ext uri="{FF2B5EF4-FFF2-40B4-BE49-F238E27FC236}">
                <a16:creationId xmlns:a16="http://schemas.microsoft.com/office/drawing/2014/main" id="{86F95DDF-54F8-44B5-9C47-DA6584D86BB7}"/>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10</a:t>
            </a:r>
            <a:endParaRPr sz="998">
              <a:solidFill>
                <a:srgbClr val="5F6B7C"/>
              </a:solidFill>
              <a:latin typeface="Aptos"/>
              <a:ea typeface="Aptos"/>
              <a:cs typeface="Aptos"/>
            </a:endParaRPr>
          </a:p>
        </p:txBody>
      </p:sp>
      <p:pic>
        <p:nvPicPr>
          <p:cNvPr id="38" name="Picture 37" descr="Không có mô tả.">
            <a:extLst>
              <a:ext uri="{FF2B5EF4-FFF2-40B4-BE49-F238E27FC236}">
                <a16:creationId xmlns:a16="http://schemas.microsoft.com/office/drawing/2014/main" id="{62FF2C15-B3AC-8FD5-A481-13984488E325}"/>
              </a:ext>
            </a:extLst>
          </p:cNvPr>
          <p:cNvPicPr>
            <a:picLocks noChangeAspect="1"/>
          </p:cNvPicPr>
          <p:nvPr/>
        </p:nvPicPr>
        <p:blipFill>
          <a:blip r:embed="rId3"/>
          <a:stretch>
            <a:fillRect/>
          </a:stretch>
        </p:blipFill>
        <p:spPr>
          <a:xfrm>
            <a:off x="1087120" y="657226"/>
            <a:ext cx="9326880" cy="6000750"/>
          </a:xfrm>
          <a:prstGeom prst="rect">
            <a:avLst/>
          </a:prstGeom>
        </p:spPr>
      </p:pic>
    </p:spTree>
    <p:extLst>
      <p:ext uri="{BB962C8B-B14F-4D97-AF65-F5344CB8AC3E}">
        <p14:creationId xmlns:p14="http://schemas.microsoft.com/office/powerpoint/2010/main" val="1491123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4">
            <a:extLst>
              <a:ext uri="{FF2B5EF4-FFF2-40B4-BE49-F238E27FC236}">
                <a16:creationId xmlns:a16="http://schemas.microsoft.com/office/drawing/2014/main" id="{8D52DD8F-193E-4E72-8724-D60091AD5141}"/>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lgn="l">
              <a:buNone/>
              <a:defRPr sz="2550" b="1">
                <a:solidFill>
                  <a:srgbClr val="142B4E"/>
                </a:solidFill>
                <a:latin typeface="Aptos"/>
                <a:ea typeface="Aptos"/>
                <a:cs typeface="Aptos"/>
              </a:defRPr>
            </a:pPr>
            <a:r>
              <a:rPr sz="2550" b="1">
                <a:solidFill>
                  <a:srgbClr val="142B4E"/>
                </a:solidFill>
                <a:latin typeface="Aptos"/>
                <a:ea typeface="Aptos"/>
                <a:cs typeface="Aptos"/>
              </a:rPr>
              <a:t>Kích thước tensor qua ba ConvBlock</a:t>
            </a:r>
          </a:p>
        </p:txBody>
      </p:sp>
      <p:sp>
        <p:nvSpPr>
          <p:cNvPr id="2" name="subtitle-4">
            <a:extLst>
              <a:ext uri="{FF2B5EF4-FFF2-40B4-BE49-F238E27FC236}">
                <a16:creationId xmlns:a16="http://schemas.microsoft.com/office/drawing/2014/main" id="{EE808A49-E82E-43D8-966A-3C7123469C7E}"/>
              </a:ext>
            </a:extLst>
          </p:cNvPr>
          <p:cNvSpPr>
            <a:spLocks noGrp="1"/>
          </p:cNvSpPr>
          <p:nvPr/>
        </p:nvSpPr>
        <p:spPr>
          <a:xfrm>
            <a:off x="561975" y="790575"/>
            <a:ext cx="10972800" cy="266700"/>
          </a:xfrm>
          <a:prstGeom prst="rect">
            <a:avLst/>
          </a:prstGeom>
          <a:noFill/>
          <a:ln w="0">
            <a:noFill/>
            <a:prstDash val="solid"/>
          </a:ln>
        </p:spPr>
        <p:txBody>
          <a:bodyPr lIns="0" tIns="0" rIns="0" bIns="0" anchor="ctr">
            <a:normAutofit/>
          </a:bodyPr>
          <a:lstStyle>
            <a:defPPr algn="l">
              <a:defRPr sz="1200">
                <a:solidFill>
                  <a:srgbClr val="5F6B7C"/>
                </a:solidFill>
                <a:latin typeface="Aptos"/>
                <a:ea typeface="Aptos"/>
                <a:cs typeface="Aptos"/>
              </a:defRPr>
            </a:defPPr>
            <a:lvl1pPr algn="l">
              <a:buNone/>
              <a:defRPr sz="1200">
                <a:solidFill>
                  <a:srgbClr val="5F6B7C"/>
                </a:solidFill>
                <a:latin typeface="Aptos"/>
                <a:ea typeface="Aptos"/>
                <a:cs typeface="Aptos"/>
              </a:defRPr>
            </a:lvl1pPr>
            <a:lvl2pPr algn="l">
              <a:buNone/>
              <a:defRPr sz="1200">
                <a:solidFill>
                  <a:srgbClr val="5F6B7C"/>
                </a:solidFill>
                <a:latin typeface="Aptos"/>
                <a:ea typeface="Aptos"/>
                <a:cs typeface="Aptos"/>
              </a:defRPr>
            </a:lvl2pPr>
            <a:lvl3pPr algn="l">
              <a:buNone/>
              <a:defRPr sz="1200">
                <a:solidFill>
                  <a:srgbClr val="5F6B7C"/>
                </a:solidFill>
                <a:latin typeface="Aptos"/>
                <a:ea typeface="Aptos"/>
                <a:cs typeface="Aptos"/>
              </a:defRPr>
            </a:lvl3pPr>
            <a:lvl4pPr algn="l">
              <a:buNone/>
              <a:defRPr sz="1200">
                <a:solidFill>
                  <a:srgbClr val="5F6B7C"/>
                </a:solidFill>
                <a:latin typeface="Aptos"/>
                <a:ea typeface="Aptos"/>
                <a:cs typeface="Aptos"/>
              </a:defRPr>
            </a:lvl4pPr>
            <a:lvl5pPr algn="l">
              <a:buNone/>
              <a:defRPr sz="1200">
                <a:solidFill>
                  <a:srgbClr val="5F6B7C"/>
                </a:solidFill>
                <a:latin typeface="Aptos"/>
                <a:ea typeface="Aptos"/>
                <a:cs typeface="Aptos"/>
              </a:defRPr>
            </a:lvl5pPr>
            <a:lvl6pPr algn="l">
              <a:buNone/>
              <a:defRPr sz="1200">
                <a:solidFill>
                  <a:srgbClr val="5F6B7C"/>
                </a:solidFill>
                <a:latin typeface="Aptos"/>
                <a:ea typeface="Aptos"/>
                <a:cs typeface="Aptos"/>
              </a:defRPr>
            </a:lvl6pPr>
            <a:lvl7pPr algn="l">
              <a:buNone/>
              <a:defRPr sz="1200">
                <a:solidFill>
                  <a:srgbClr val="5F6B7C"/>
                </a:solidFill>
                <a:latin typeface="Aptos"/>
                <a:ea typeface="Aptos"/>
                <a:cs typeface="Aptos"/>
              </a:defRPr>
            </a:lvl7pPr>
            <a:lvl8pPr algn="l">
              <a:buNone/>
              <a:defRPr sz="1200">
                <a:solidFill>
                  <a:srgbClr val="5F6B7C"/>
                </a:solidFill>
                <a:latin typeface="Aptos"/>
                <a:ea typeface="Aptos"/>
                <a:cs typeface="Aptos"/>
              </a:defRPr>
            </a:lvl8pPr>
            <a:lvl9pPr algn="l">
              <a:buNone/>
              <a:defRPr sz="1200">
                <a:solidFill>
                  <a:srgbClr val="5F6B7C"/>
                </a:solidFill>
                <a:latin typeface="Aptos"/>
                <a:ea typeface="Aptos"/>
                <a:cs typeface="Aptos"/>
              </a:defRPr>
            </a:lvl9pPr>
          </a:lstStyle>
          <a:p>
            <a:pPr algn="l">
              <a:buNone/>
              <a:defRPr sz="1200">
                <a:solidFill>
                  <a:srgbClr val="5F6B7C"/>
                </a:solidFill>
                <a:latin typeface="Aptos"/>
                <a:ea typeface="Aptos"/>
                <a:cs typeface="Aptos"/>
              </a:defRPr>
            </a:pPr>
            <a:r>
              <a:rPr sz="1200">
                <a:solidFill>
                  <a:srgbClr val="5F6B7C"/>
                </a:solidFill>
                <a:latin typeface="Aptos"/>
                <a:ea typeface="Aptos"/>
                <a:cs typeface="Aptos"/>
              </a:rPr>
              <a:t>Padding 1 giữ nguyên H×W ở convolution 3×3; MaxPool2d mới giảm mỗi chiều một nửa.</a:t>
            </a:r>
          </a:p>
        </p:txBody>
      </p:sp>
      <p:sp>
        <p:nvSpPr>
          <p:cNvPr id="3" name="rule-4">
            <a:extLst>
              <a:ext uri="{FF2B5EF4-FFF2-40B4-BE49-F238E27FC236}">
                <a16:creationId xmlns:a16="http://schemas.microsoft.com/office/drawing/2014/main" id="{1F5B3037-8D2F-4362-BA22-C7CDA7EC4F79}"/>
              </a:ext>
            </a:extLst>
          </p:cNvPr>
          <p:cNvSpPr>
            <a:spLocks noGrp="1"/>
          </p:cNvSpPr>
          <p:nvPr/>
        </p:nvSpPr>
        <p:spPr>
          <a:xfrm>
            <a:off x="533400" y="1152525"/>
            <a:ext cx="1009650" cy="47625"/>
          </a:xfrm>
          <a:prstGeom prst="rect">
            <a:avLst/>
          </a:prstGeom>
          <a:solidFill>
            <a:srgbClr val="316EBE"/>
          </a:solidFill>
          <a:ln w="0">
            <a:no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dimension-card-0">
            <a:extLst>
              <a:ext uri="{FF2B5EF4-FFF2-40B4-BE49-F238E27FC236}">
                <a16:creationId xmlns:a16="http://schemas.microsoft.com/office/drawing/2014/main" id="{8AE14CC8-DAF7-412C-BF8A-2169CC30AEC7}"/>
              </a:ext>
            </a:extLst>
          </p:cNvPr>
          <p:cNvSpPr>
            <a:spLocks noGrp="1"/>
          </p:cNvSpPr>
          <p:nvPr/>
        </p:nvSpPr>
        <p:spPr>
          <a:xfrm>
            <a:off x="685800" y="1695450"/>
            <a:ext cx="3352800" cy="2952750"/>
          </a:xfrm>
          <a:prstGeom prst="roundRect">
            <a:avLst>
              <a:gd name="adj" fmla="val 2581"/>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dimension-title-0">
            <a:extLst>
              <a:ext uri="{FF2B5EF4-FFF2-40B4-BE49-F238E27FC236}">
                <a16:creationId xmlns:a16="http://schemas.microsoft.com/office/drawing/2014/main" id="{E32FCA3E-13F9-4348-B86A-E32FC6EBABD2}"/>
              </a:ext>
            </a:extLst>
          </p:cNvPr>
          <p:cNvSpPr>
            <a:spLocks noGrp="1"/>
          </p:cNvSpPr>
          <p:nvPr/>
        </p:nvSpPr>
        <p:spPr>
          <a:xfrm>
            <a:off x="895350" y="1866900"/>
            <a:ext cx="2933700" cy="323850"/>
          </a:xfrm>
          <a:prstGeom prst="rect">
            <a:avLst/>
          </a:prstGeom>
          <a:noFill/>
          <a:ln w="0">
            <a:noFill/>
            <a:prstDash val="solid"/>
          </a:ln>
        </p:spPr>
        <p:txBody>
          <a:bodyPr lIns="0" tIns="0" rIns="0" bIns="0" anchor="ctr">
            <a:normAutofit/>
          </a:bodyPr>
          <a:lstStyle>
            <a:defPPr algn="l">
              <a:defRPr sz="1650" b="1">
                <a:solidFill>
                  <a:srgbClr val="316EBE"/>
                </a:solidFill>
                <a:latin typeface="Aptos"/>
                <a:ea typeface="Aptos"/>
                <a:cs typeface="Aptos"/>
              </a:defRPr>
            </a:defPPr>
            <a:lvl1pPr algn="l">
              <a:buNone/>
              <a:defRPr sz="1650" b="1">
                <a:solidFill>
                  <a:srgbClr val="316EBE"/>
                </a:solidFill>
                <a:latin typeface="Aptos"/>
                <a:ea typeface="Aptos"/>
                <a:cs typeface="Aptos"/>
              </a:defRPr>
            </a:lvl1pPr>
            <a:lvl2pPr algn="l">
              <a:buNone/>
              <a:defRPr sz="1650" b="1">
                <a:solidFill>
                  <a:srgbClr val="316EBE"/>
                </a:solidFill>
                <a:latin typeface="Aptos"/>
                <a:ea typeface="Aptos"/>
                <a:cs typeface="Aptos"/>
              </a:defRPr>
            </a:lvl2pPr>
            <a:lvl3pPr algn="l">
              <a:buNone/>
              <a:defRPr sz="1650" b="1">
                <a:solidFill>
                  <a:srgbClr val="316EBE"/>
                </a:solidFill>
                <a:latin typeface="Aptos"/>
                <a:ea typeface="Aptos"/>
                <a:cs typeface="Aptos"/>
              </a:defRPr>
            </a:lvl3pPr>
            <a:lvl4pPr algn="l">
              <a:buNone/>
              <a:defRPr sz="1650" b="1">
                <a:solidFill>
                  <a:srgbClr val="316EBE"/>
                </a:solidFill>
                <a:latin typeface="Aptos"/>
                <a:ea typeface="Aptos"/>
                <a:cs typeface="Aptos"/>
              </a:defRPr>
            </a:lvl4pPr>
            <a:lvl5pPr algn="l">
              <a:buNone/>
              <a:defRPr sz="1650" b="1">
                <a:solidFill>
                  <a:srgbClr val="316EBE"/>
                </a:solidFill>
                <a:latin typeface="Aptos"/>
                <a:ea typeface="Aptos"/>
                <a:cs typeface="Aptos"/>
              </a:defRPr>
            </a:lvl5pPr>
            <a:lvl6pPr algn="l">
              <a:buNone/>
              <a:defRPr sz="1650" b="1">
                <a:solidFill>
                  <a:srgbClr val="316EBE"/>
                </a:solidFill>
                <a:latin typeface="Aptos"/>
                <a:ea typeface="Aptos"/>
                <a:cs typeface="Aptos"/>
              </a:defRPr>
            </a:lvl6pPr>
            <a:lvl7pPr algn="l">
              <a:buNone/>
              <a:defRPr sz="1650" b="1">
                <a:solidFill>
                  <a:srgbClr val="316EBE"/>
                </a:solidFill>
                <a:latin typeface="Aptos"/>
                <a:ea typeface="Aptos"/>
                <a:cs typeface="Aptos"/>
              </a:defRPr>
            </a:lvl7pPr>
            <a:lvl8pPr algn="l">
              <a:buNone/>
              <a:defRPr sz="1650" b="1">
                <a:solidFill>
                  <a:srgbClr val="316EBE"/>
                </a:solidFill>
                <a:latin typeface="Aptos"/>
                <a:ea typeface="Aptos"/>
                <a:cs typeface="Aptos"/>
              </a:defRPr>
            </a:lvl8pPr>
            <a:lvl9pPr algn="l">
              <a:buNone/>
              <a:defRPr sz="1650" b="1">
                <a:solidFill>
                  <a:srgbClr val="316EBE"/>
                </a:solidFill>
                <a:latin typeface="Aptos"/>
                <a:ea typeface="Aptos"/>
                <a:cs typeface="Aptos"/>
              </a:defRPr>
            </a:lvl9pPr>
          </a:lstStyle>
          <a:p>
            <a:pPr algn="l">
              <a:buNone/>
              <a:defRPr sz="1650" b="1">
                <a:solidFill>
                  <a:srgbClr val="316EBE"/>
                </a:solidFill>
                <a:latin typeface="Aptos"/>
                <a:ea typeface="Aptos"/>
                <a:cs typeface="Aptos"/>
              </a:defRPr>
            </a:pPr>
            <a:r>
              <a:rPr sz="1650" b="1">
                <a:solidFill>
                  <a:srgbClr val="316EBE"/>
                </a:solidFill>
                <a:latin typeface="Aptos"/>
                <a:ea typeface="Aptos"/>
                <a:cs typeface="Aptos"/>
              </a:rPr>
              <a:t>ConvBlock 1</a:t>
            </a:r>
          </a:p>
        </p:txBody>
      </p:sp>
      <p:sp>
        <p:nvSpPr>
          <p:cNvPr id="7" name="dimension-input-label-0">
            <a:extLst>
              <a:ext uri="{FF2B5EF4-FFF2-40B4-BE49-F238E27FC236}">
                <a16:creationId xmlns:a16="http://schemas.microsoft.com/office/drawing/2014/main" id="{95AFE5C1-5153-4C20-BF97-A07DF142D306}"/>
              </a:ext>
            </a:extLst>
          </p:cNvPr>
          <p:cNvSpPr>
            <a:spLocks noGrp="1"/>
          </p:cNvSpPr>
          <p:nvPr/>
        </p:nvSpPr>
        <p:spPr>
          <a:xfrm>
            <a:off x="895350" y="2343150"/>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Đầu vào</a:t>
            </a:r>
          </a:p>
        </p:txBody>
      </p:sp>
      <p:sp>
        <p:nvSpPr>
          <p:cNvPr id="8" name="dimension-input-0">
            <a:extLst>
              <a:ext uri="{FF2B5EF4-FFF2-40B4-BE49-F238E27FC236}">
                <a16:creationId xmlns:a16="http://schemas.microsoft.com/office/drawing/2014/main" id="{D4529D47-F7B4-43FE-88D0-12C65DEB3265}"/>
              </a:ext>
            </a:extLst>
          </p:cNvPr>
          <p:cNvSpPr>
            <a:spLocks noGrp="1"/>
          </p:cNvSpPr>
          <p:nvPr/>
        </p:nvSpPr>
        <p:spPr>
          <a:xfrm>
            <a:off x="895350" y="2562225"/>
            <a:ext cx="2933700" cy="266700"/>
          </a:xfrm>
          <a:prstGeom prst="rect">
            <a:avLst/>
          </a:prstGeom>
          <a:noFill/>
          <a:ln w="0">
            <a:noFill/>
            <a:prstDash val="solid"/>
          </a:ln>
        </p:spPr>
        <p:txBody>
          <a:bodyPr lIns="0" tIns="0" rIns="0" bIns="0" anchor="ctr">
            <a:normAutofit/>
          </a:bodyPr>
          <a:lstStyle>
            <a:defPPr algn="l">
              <a:defRPr sz="1425" b="1">
                <a:solidFill>
                  <a:srgbClr val="142B4E"/>
                </a:solidFill>
                <a:latin typeface="Aptos"/>
                <a:ea typeface="Aptos"/>
                <a:cs typeface="Aptos"/>
              </a:defRPr>
            </a:defPPr>
            <a:lvl1pPr algn="l">
              <a:buNone/>
              <a:defRPr sz="1425" b="1">
                <a:solidFill>
                  <a:srgbClr val="142B4E"/>
                </a:solidFill>
                <a:latin typeface="Aptos"/>
                <a:ea typeface="Aptos"/>
                <a:cs typeface="Aptos"/>
              </a:defRPr>
            </a:lvl1pPr>
            <a:lvl2pPr algn="l">
              <a:buNone/>
              <a:defRPr sz="1425" b="1">
                <a:solidFill>
                  <a:srgbClr val="142B4E"/>
                </a:solidFill>
                <a:latin typeface="Aptos"/>
                <a:ea typeface="Aptos"/>
                <a:cs typeface="Aptos"/>
              </a:defRPr>
            </a:lvl2pPr>
            <a:lvl3pPr algn="l">
              <a:buNone/>
              <a:defRPr sz="1425" b="1">
                <a:solidFill>
                  <a:srgbClr val="142B4E"/>
                </a:solidFill>
                <a:latin typeface="Aptos"/>
                <a:ea typeface="Aptos"/>
                <a:cs typeface="Aptos"/>
              </a:defRPr>
            </a:lvl3pPr>
            <a:lvl4pPr algn="l">
              <a:buNone/>
              <a:defRPr sz="1425" b="1">
                <a:solidFill>
                  <a:srgbClr val="142B4E"/>
                </a:solidFill>
                <a:latin typeface="Aptos"/>
                <a:ea typeface="Aptos"/>
                <a:cs typeface="Aptos"/>
              </a:defRPr>
            </a:lvl4pPr>
            <a:lvl5pPr algn="l">
              <a:buNone/>
              <a:defRPr sz="1425" b="1">
                <a:solidFill>
                  <a:srgbClr val="142B4E"/>
                </a:solidFill>
                <a:latin typeface="Aptos"/>
                <a:ea typeface="Aptos"/>
                <a:cs typeface="Aptos"/>
              </a:defRPr>
            </a:lvl5pPr>
            <a:lvl6pPr algn="l">
              <a:buNone/>
              <a:defRPr sz="1425" b="1">
                <a:solidFill>
                  <a:srgbClr val="142B4E"/>
                </a:solidFill>
                <a:latin typeface="Aptos"/>
                <a:ea typeface="Aptos"/>
                <a:cs typeface="Aptos"/>
              </a:defRPr>
            </a:lvl6pPr>
            <a:lvl7pPr algn="l">
              <a:buNone/>
              <a:defRPr sz="1425" b="1">
                <a:solidFill>
                  <a:srgbClr val="142B4E"/>
                </a:solidFill>
                <a:latin typeface="Aptos"/>
                <a:ea typeface="Aptos"/>
                <a:cs typeface="Aptos"/>
              </a:defRPr>
            </a:lvl7pPr>
            <a:lvl8pPr algn="l">
              <a:buNone/>
              <a:defRPr sz="1425" b="1">
                <a:solidFill>
                  <a:srgbClr val="142B4E"/>
                </a:solidFill>
                <a:latin typeface="Aptos"/>
                <a:ea typeface="Aptos"/>
                <a:cs typeface="Aptos"/>
              </a:defRPr>
            </a:lvl8pPr>
            <a:lvl9pPr algn="l">
              <a:buNone/>
              <a:defRPr sz="1425" b="1">
                <a:solidFill>
                  <a:srgbClr val="142B4E"/>
                </a:solidFill>
                <a:latin typeface="Aptos"/>
                <a:ea typeface="Aptos"/>
                <a:cs typeface="Aptos"/>
              </a:defRPr>
            </a:lvl9pPr>
          </a:lstStyle>
          <a:p>
            <a:pPr algn="l">
              <a:buNone/>
              <a:defRPr sz="1425" b="1">
                <a:solidFill>
                  <a:srgbClr val="142B4E"/>
                </a:solidFill>
                <a:latin typeface="Aptos"/>
                <a:ea typeface="Aptos"/>
                <a:cs typeface="Aptos"/>
              </a:defRPr>
            </a:pPr>
            <a:r>
              <a:rPr sz="1425" b="1">
                <a:solidFill>
                  <a:srgbClr val="142B4E"/>
                </a:solidFill>
                <a:latin typeface="Aptos"/>
                <a:ea typeface="Aptos"/>
                <a:cs typeface="Aptos"/>
              </a:rPr>
              <a:t>3 × 32 × 32</a:t>
            </a:r>
          </a:p>
        </p:txBody>
      </p:sp>
      <p:sp>
        <p:nvSpPr>
          <p:cNvPr id="9" name="dimension-conv-label-0">
            <a:extLst>
              <a:ext uri="{FF2B5EF4-FFF2-40B4-BE49-F238E27FC236}">
                <a16:creationId xmlns:a16="http://schemas.microsoft.com/office/drawing/2014/main" id="{60A30939-89FC-4CD5-B5CF-551AFF9EDB77}"/>
              </a:ext>
            </a:extLst>
          </p:cNvPr>
          <p:cNvSpPr>
            <a:spLocks noGrp="1"/>
          </p:cNvSpPr>
          <p:nvPr/>
        </p:nvSpPr>
        <p:spPr>
          <a:xfrm>
            <a:off x="895350" y="2943225"/>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Sau </a:t>
            </a:r>
            <a:r>
              <a:rPr lang="en-US" sz="1125" b="1" err="1">
                <a:solidFill>
                  <a:srgbClr val="5F6B7C"/>
                </a:solidFill>
                <a:latin typeface="Aptos"/>
                <a:ea typeface="Aptos"/>
                <a:cs typeface="Aptos"/>
              </a:rPr>
              <a:t>hai</a:t>
            </a:r>
            <a:r>
              <a:rPr sz="1125" b="1">
                <a:solidFill>
                  <a:srgbClr val="5F6B7C"/>
                </a:solidFill>
                <a:latin typeface="Aptos"/>
                <a:ea typeface="Aptos"/>
                <a:cs typeface="Aptos"/>
              </a:rPr>
              <a:t> Conv 3×3</a:t>
            </a:r>
          </a:p>
        </p:txBody>
      </p:sp>
      <p:sp>
        <p:nvSpPr>
          <p:cNvPr id="10" name="dimension-conv-0">
            <a:extLst>
              <a:ext uri="{FF2B5EF4-FFF2-40B4-BE49-F238E27FC236}">
                <a16:creationId xmlns:a16="http://schemas.microsoft.com/office/drawing/2014/main" id="{008AD52E-12D5-4637-BF61-503079C4EBBD}"/>
              </a:ext>
            </a:extLst>
          </p:cNvPr>
          <p:cNvSpPr>
            <a:spLocks noGrp="1"/>
          </p:cNvSpPr>
          <p:nvPr/>
        </p:nvSpPr>
        <p:spPr>
          <a:xfrm>
            <a:off x="895350" y="3162300"/>
            <a:ext cx="2933700" cy="266700"/>
          </a:xfrm>
          <a:prstGeom prst="rect">
            <a:avLst/>
          </a:prstGeom>
          <a:noFill/>
          <a:ln w="0">
            <a:noFill/>
            <a:prstDash val="solid"/>
          </a:ln>
        </p:spPr>
        <p:txBody>
          <a:bodyPr lIns="0" tIns="0" rIns="0" bIns="0" anchor="ctr">
            <a:normAutofit/>
          </a:bodyPr>
          <a:lstStyle>
            <a:defPPr algn="l">
              <a:defRPr sz="1425" b="1">
                <a:solidFill>
                  <a:srgbClr val="142B4E"/>
                </a:solidFill>
                <a:latin typeface="Aptos"/>
                <a:ea typeface="Aptos"/>
                <a:cs typeface="Aptos"/>
              </a:defRPr>
            </a:defPPr>
            <a:lvl1pPr algn="l">
              <a:buNone/>
              <a:defRPr sz="1425" b="1">
                <a:solidFill>
                  <a:srgbClr val="142B4E"/>
                </a:solidFill>
                <a:latin typeface="Aptos"/>
                <a:ea typeface="Aptos"/>
                <a:cs typeface="Aptos"/>
              </a:defRPr>
            </a:lvl1pPr>
            <a:lvl2pPr algn="l">
              <a:buNone/>
              <a:defRPr sz="1425" b="1">
                <a:solidFill>
                  <a:srgbClr val="142B4E"/>
                </a:solidFill>
                <a:latin typeface="Aptos"/>
                <a:ea typeface="Aptos"/>
                <a:cs typeface="Aptos"/>
              </a:defRPr>
            </a:lvl2pPr>
            <a:lvl3pPr algn="l">
              <a:buNone/>
              <a:defRPr sz="1425" b="1">
                <a:solidFill>
                  <a:srgbClr val="142B4E"/>
                </a:solidFill>
                <a:latin typeface="Aptos"/>
                <a:ea typeface="Aptos"/>
                <a:cs typeface="Aptos"/>
              </a:defRPr>
            </a:lvl3pPr>
            <a:lvl4pPr algn="l">
              <a:buNone/>
              <a:defRPr sz="1425" b="1">
                <a:solidFill>
                  <a:srgbClr val="142B4E"/>
                </a:solidFill>
                <a:latin typeface="Aptos"/>
                <a:ea typeface="Aptos"/>
                <a:cs typeface="Aptos"/>
              </a:defRPr>
            </a:lvl4pPr>
            <a:lvl5pPr algn="l">
              <a:buNone/>
              <a:defRPr sz="1425" b="1">
                <a:solidFill>
                  <a:srgbClr val="142B4E"/>
                </a:solidFill>
                <a:latin typeface="Aptos"/>
                <a:ea typeface="Aptos"/>
                <a:cs typeface="Aptos"/>
              </a:defRPr>
            </a:lvl5pPr>
            <a:lvl6pPr algn="l">
              <a:buNone/>
              <a:defRPr sz="1425" b="1">
                <a:solidFill>
                  <a:srgbClr val="142B4E"/>
                </a:solidFill>
                <a:latin typeface="Aptos"/>
                <a:ea typeface="Aptos"/>
                <a:cs typeface="Aptos"/>
              </a:defRPr>
            </a:lvl6pPr>
            <a:lvl7pPr algn="l">
              <a:buNone/>
              <a:defRPr sz="1425" b="1">
                <a:solidFill>
                  <a:srgbClr val="142B4E"/>
                </a:solidFill>
                <a:latin typeface="Aptos"/>
                <a:ea typeface="Aptos"/>
                <a:cs typeface="Aptos"/>
              </a:defRPr>
            </a:lvl7pPr>
            <a:lvl8pPr algn="l">
              <a:buNone/>
              <a:defRPr sz="1425" b="1">
                <a:solidFill>
                  <a:srgbClr val="142B4E"/>
                </a:solidFill>
                <a:latin typeface="Aptos"/>
                <a:ea typeface="Aptos"/>
                <a:cs typeface="Aptos"/>
              </a:defRPr>
            </a:lvl8pPr>
            <a:lvl9pPr algn="l">
              <a:buNone/>
              <a:defRPr sz="1425" b="1">
                <a:solidFill>
                  <a:srgbClr val="142B4E"/>
                </a:solidFill>
                <a:latin typeface="Aptos"/>
                <a:ea typeface="Aptos"/>
                <a:cs typeface="Aptos"/>
              </a:defRPr>
            </a:lvl9pPr>
          </a:lstStyle>
          <a:p>
            <a:pPr algn="l">
              <a:buNone/>
              <a:defRPr sz="1425" b="1">
                <a:solidFill>
                  <a:srgbClr val="142B4E"/>
                </a:solidFill>
                <a:latin typeface="Aptos"/>
                <a:ea typeface="Aptos"/>
                <a:cs typeface="Aptos"/>
              </a:defRPr>
            </a:pPr>
            <a:r>
              <a:rPr sz="1425" b="1">
                <a:solidFill>
                  <a:srgbClr val="142B4E"/>
                </a:solidFill>
                <a:latin typeface="Aptos"/>
                <a:ea typeface="Aptos"/>
                <a:cs typeface="Aptos"/>
              </a:rPr>
              <a:t>96 × 32 × 32</a:t>
            </a:r>
          </a:p>
        </p:txBody>
      </p:sp>
      <p:sp>
        <p:nvSpPr>
          <p:cNvPr id="11" name="dimension-pool-label-0">
            <a:extLst>
              <a:ext uri="{FF2B5EF4-FFF2-40B4-BE49-F238E27FC236}">
                <a16:creationId xmlns:a16="http://schemas.microsoft.com/office/drawing/2014/main" id="{AB358F61-C76B-4F97-963C-9C696653B405}"/>
              </a:ext>
            </a:extLst>
          </p:cNvPr>
          <p:cNvSpPr>
            <a:spLocks noGrp="1"/>
          </p:cNvSpPr>
          <p:nvPr/>
        </p:nvSpPr>
        <p:spPr>
          <a:xfrm>
            <a:off x="895350" y="3543300"/>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Sau MaxPool</a:t>
            </a:r>
          </a:p>
        </p:txBody>
      </p:sp>
      <p:sp>
        <p:nvSpPr>
          <p:cNvPr id="12" name="dimension-output-bg-0">
            <a:extLst>
              <a:ext uri="{FF2B5EF4-FFF2-40B4-BE49-F238E27FC236}">
                <a16:creationId xmlns:a16="http://schemas.microsoft.com/office/drawing/2014/main" id="{AEA75E42-EB0C-43AC-A7E8-DD52181AFF70}"/>
              </a:ext>
            </a:extLst>
          </p:cNvPr>
          <p:cNvSpPr>
            <a:spLocks noGrp="1"/>
          </p:cNvSpPr>
          <p:nvPr/>
        </p:nvSpPr>
        <p:spPr>
          <a:xfrm>
            <a:off x="838200" y="3790950"/>
            <a:ext cx="3048000" cy="457200"/>
          </a:xfrm>
          <a:prstGeom prst="roundRect">
            <a:avLst>
              <a:gd name="adj" fmla="val 16667"/>
            </a:avLst>
          </a:prstGeom>
          <a:solidFill>
            <a:srgbClr val="E1EEFF"/>
          </a:solidFill>
          <a:ln w="15240">
            <a:solidFill>
              <a:srgbClr val="316EBE"/>
            </a:solidFill>
            <a:prstDash val="solid"/>
          </a:ln>
        </p:spPr>
        <p:txBody>
          <a:bodyPr/>
          <a:lstStyle/>
          <a:p>
            <a:endParaRPr lang="en-US"/>
          </a:p>
        </p:txBody>
      </p:sp>
      <p:sp>
        <p:nvSpPr>
          <p:cNvPr id="13" name="dimension-output-0">
            <a:extLst>
              <a:ext uri="{FF2B5EF4-FFF2-40B4-BE49-F238E27FC236}">
                <a16:creationId xmlns:a16="http://schemas.microsoft.com/office/drawing/2014/main" id="{3070A9BD-02BD-4A14-9373-4F7A1F4F5BD9}"/>
              </a:ext>
            </a:extLst>
          </p:cNvPr>
          <p:cNvSpPr>
            <a:spLocks noGrp="1"/>
          </p:cNvSpPr>
          <p:nvPr/>
        </p:nvSpPr>
        <p:spPr>
          <a:xfrm>
            <a:off x="923925" y="3857625"/>
            <a:ext cx="2876550" cy="323850"/>
          </a:xfrm>
          <a:prstGeom prst="rect">
            <a:avLst/>
          </a:prstGeom>
          <a:noFill/>
          <a:ln w="0">
            <a:noFill/>
            <a:prstDash val="solid"/>
          </a:ln>
        </p:spPr>
        <p:txBody>
          <a:bodyPr lIns="0" tIns="0" rIns="0" bIns="0" anchor="ctr">
            <a:normAutofit/>
          </a:bodyPr>
          <a:lstStyle>
            <a:defPPr algn="ctr">
              <a:defRPr sz="1425" b="1">
                <a:solidFill>
                  <a:srgbClr val="142B4E"/>
                </a:solidFill>
                <a:latin typeface="Aptos"/>
                <a:ea typeface="Aptos"/>
                <a:cs typeface="Aptos"/>
              </a:defRPr>
            </a:defPPr>
            <a:lvl1pPr algn="ctr">
              <a:buNone/>
              <a:defRPr sz="1425" b="1">
                <a:solidFill>
                  <a:srgbClr val="142B4E"/>
                </a:solidFill>
                <a:latin typeface="Aptos"/>
                <a:ea typeface="Aptos"/>
                <a:cs typeface="Aptos"/>
              </a:defRPr>
            </a:lvl1pPr>
            <a:lvl2pPr algn="ctr">
              <a:buNone/>
              <a:defRPr sz="1425" b="1">
                <a:solidFill>
                  <a:srgbClr val="142B4E"/>
                </a:solidFill>
                <a:latin typeface="Aptos"/>
                <a:ea typeface="Aptos"/>
                <a:cs typeface="Aptos"/>
              </a:defRPr>
            </a:lvl2pPr>
            <a:lvl3pPr algn="ctr">
              <a:buNone/>
              <a:defRPr sz="1425" b="1">
                <a:solidFill>
                  <a:srgbClr val="142B4E"/>
                </a:solidFill>
                <a:latin typeface="Aptos"/>
                <a:ea typeface="Aptos"/>
                <a:cs typeface="Aptos"/>
              </a:defRPr>
            </a:lvl3pPr>
            <a:lvl4pPr algn="ctr">
              <a:buNone/>
              <a:defRPr sz="1425" b="1">
                <a:solidFill>
                  <a:srgbClr val="142B4E"/>
                </a:solidFill>
                <a:latin typeface="Aptos"/>
                <a:ea typeface="Aptos"/>
                <a:cs typeface="Aptos"/>
              </a:defRPr>
            </a:lvl4pPr>
            <a:lvl5pPr algn="ctr">
              <a:buNone/>
              <a:defRPr sz="1425" b="1">
                <a:solidFill>
                  <a:srgbClr val="142B4E"/>
                </a:solidFill>
                <a:latin typeface="Aptos"/>
                <a:ea typeface="Aptos"/>
                <a:cs typeface="Aptos"/>
              </a:defRPr>
            </a:lvl5pPr>
            <a:lvl6pPr algn="ctr">
              <a:buNone/>
              <a:defRPr sz="1425" b="1">
                <a:solidFill>
                  <a:srgbClr val="142B4E"/>
                </a:solidFill>
                <a:latin typeface="Aptos"/>
                <a:ea typeface="Aptos"/>
                <a:cs typeface="Aptos"/>
              </a:defRPr>
            </a:lvl6pPr>
            <a:lvl7pPr algn="ctr">
              <a:buNone/>
              <a:defRPr sz="1425" b="1">
                <a:solidFill>
                  <a:srgbClr val="142B4E"/>
                </a:solidFill>
                <a:latin typeface="Aptos"/>
                <a:ea typeface="Aptos"/>
                <a:cs typeface="Aptos"/>
              </a:defRPr>
            </a:lvl7pPr>
            <a:lvl8pPr algn="ctr">
              <a:buNone/>
              <a:defRPr sz="1425" b="1">
                <a:solidFill>
                  <a:srgbClr val="142B4E"/>
                </a:solidFill>
                <a:latin typeface="Aptos"/>
                <a:ea typeface="Aptos"/>
                <a:cs typeface="Aptos"/>
              </a:defRPr>
            </a:lvl8pPr>
            <a:lvl9pPr algn="ctr">
              <a:buNone/>
              <a:defRPr sz="1425" b="1">
                <a:solidFill>
                  <a:srgbClr val="142B4E"/>
                </a:solidFill>
                <a:latin typeface="Aptos"/>
                <a:ea typeface="Aptos"/>
                <a:cs typeface="Aptos"/>
              </a:defRPr>
            </a:lvl9pPr>
          </a:lstStyle>
          <a:p>
            <a:pPr algn="ctr">
              <a:buNone/>
              <a:defRPr sz="1425" b="1">
                <a:solidFill>
                  <a:srgbClr val="142B4E"/>
                </a:solidFill>
                <a:latin typeface="Aptos"/>
                <a:ea typeface="Aptos"/>
                <a:cs typeface="Aptos"/>
              </a:defRPr>
            </a:pPr>
            <a:r>
              <a:rPr sz="1425" b="1">
                <a:solidFill>
                  <a:srgbClr val="142B4E"/>
                </a:solidFill>
                <a:latin typeface="Aptos"/>
                <a:ea typeface="Aptos"/>
                <a:cs typeface="Aptos"/>
              </a:rPr>
              <a:t>96 × 16 × 16</a:t>
            </a:r>
          </a:p>
        </p:txBody>
      </p:sp>
      <p:sp>
        <p:nvSpPr>
          <p:cNvPr id="15" name="dimension-card-1">
            <a:extLst>
              <a:ext uri="{FF2B5EF4-FFF2-40B4-BE49-F238E27FC236}">
                <a16:creationId xmlns:a16="http://schemas.microsoft.com/office/drawing/2014/main" id="{5153291F-8806-431A-93C8-741BAB4DB50E}"/>
              </a:ext>
            </a:extLst>
          </p:cNvPr>
          <p:cNvSpPr>
            <a:spLocks noGrp="1"/>
          </p:cNvSpPr>
          <p:nvPr/>
        </p:nvSpPr>
        <p:spPr>
          <a:xfrm>
            <a:off x="4419600" y="1695450"/>
            <a:ext cx="3352800" cy="2952750"/>
          </a:xfrm>
          <a:prstGeom prst="roundRect">
            <a:avLst>
              <a:gd name="adj" fmla="val 2581"/>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6" name="dimension-title-1">
            <a:extLst>
              <a:ext uri="{FF2B5EF4-FFF2-40B4-BE49-F238E27FC236}">
                <a16:creationId xmlns:a16="http://schemas.microsoft.com/office/drawing/2014/main" id="{96F07BC2-E64D-4F0C-A769-D050C00AB6AC}"/>
              </a:ext>
            </a:extLst>
          </p:cNvPr>
          <p:cNvSpPr>
            <a:spLocks noGrp="1"/>
          </p:cNvSpPr>
          <p:nvPr/>
        </p:nvSpPr>
        <p:spPr>
          <a:xfrm>
            <a:off x="4629150" y="1866900"/>
            <a:ext cx="2933700" cy="323850"/>
          </a:xfrm>
          <a:prstGeom prst="rect">
            <a:avLst/>
          </a:prstGeom>
          <a:noFill/>
          <a:ln w="0">
            <a:noFill/>
            <a:prstDash val="solid"/>
          </a:ln>
        </p:spPr>
        <p:txBody>
          <a:bodyPr lIns="0" tIns="0" rIns="0" bIns="0" anchor="ctr">
            <a:normAutofit/>
          </a:bodyPr>
          <a:lstStyle>
            <a:defPPr algn="l">
              <a:defRPr sz="1650" b="1">
                <a:solidFill>
                  <a:srgbClr val="318B5F"/>
                </a:solidFill>
                <a:latin typeface="Aptos"/>
                <a:ea typeface="Aptos"/>
                <a:cs typeface="Aptos"/>
              </a:defRPr>
            </a:defPPr>
            <a:lvl1pPr algn="l">
              <a:buNone/>
              <a:defRPr sz="1650" b="1">
                <a:solidFill>
                  <a:srgbClr val="318B5F"/>
                </a:solidFill>
                <a:latin typeface="Aptos"/>
                <a:ea typeface="Aptos"/>
                <a:cs typeface="Aptos"/>
              </a:defRPr>
            </a:lvl1pPr>
            <a:lvl2pPr algn="l">
              <a:buNone/>
              <a:defRPr sz="1650" b="1">
                <a:solidFill>
                  <a:srgbClr val="318B5F"/>
                </a:solidFill>
                <a:latin typeface="Aptos"/>
                <a:ea typeface="Aptos"/>
                <a:cs typeface="Aptos"/>
              </a:defRPr>
            </a:lvl2pPr>
            <a:lvl3pPr algn="l">
              <a:buNone/>
              <a:defRPr sz="1650" b="1">
                <a:solidFill>
                  <a:srgbClr val="318B5F"/>
                </a:solidFill>
                <a:latin typeface="Aptos"/>
                <a:ea typeface="Aptos"/>
                <a:cs typeface="Aptos"/>
              </a:defRPr>
            </a:lvl3pPr>
            <a:lvl4pPr algn="l">
              <a:buNone/>
              <a:defRPr sz="1650" b="1">
                <a:solidFill>
                  <a:srgbClr val="318B5F"/>
                </a:solidFill>
                <a:latin typeface="Aptos"/>
                <a:ea typeface="Aptos"/>
                <a:cs typeface="Aptos"/>
              </a:defRPr>
            </a:lvl4pPr>
            <a:lvl5pPr algn="l">
              <a:buNone/>
              <a:defRPr sz="1650" b="1">
                <a:solidFill>
                  <a:srgbClr val="318B5F"/>
                </a:solidFill>
                <a:latin typeface="Aptos"/>
                <a:ea typeface="Aptos"/>
                <a:cs typeface="Aptos"/>
              </a:defRPr>
            </a:lvl5pPr>
            <a:lvl6pPr algn="l">
              <a:buNone/>
              <a:defRPr sz="1650" b="1">
                <a:solidFill>
                  <a:srgbClr val="318B5F"/>
                </a:solidFill>
                <a:latin typeface="Aptos"/>
                <a:ea typeface="Aptos"/>
                <a:cs typeface="Aptos"/>
              </a:defRPr>
            </a:lvl6pPr>
            <a:lvl7pPr algn="l">
              <a:buNone/>
              <a:defRPr sz="1650" b="1">
                <a:solidFill>
                  <a:srgbClr val="318B5F"/>
                </a:solidFill>
                <a:latin typeface="Aptos"/>
                <a:ea typeface="Aptos"/>
                <a:cs typeface="Aptos"/>
              </a:defRPr>
            </a:lvl7pPr>
            <a:lvl8pPr algn="l">
              <a:buNone/>
              <a:defRPr sz="1650" b="1">
                <a:solidFill>
                  <a:srgbClr val="318B5F"/>
                </a:solidFill>
                <a:latin typeface="Aptos"/>
                <a:ea typeface="Aptos"/>
                <a:cs typeface="Aptos"/>
              </a:defRPr>
            </a:lvl8pPr>
            <a:lvl9pPr algn="l">
              <a:buNone/>
              <a:defRPr sz="1650" b="1">
                <a:solidFill>
                  <a:srgbClr val="318B5F"/>
                </a:solidFill>
                <a:latin typeface="Aptos"/>
                <a:ea typeface="Aptos"/>
                <a:cs typeface="Aptos"/>
              </a:defRPr>
            </a:lvl9pPr>
          </a:lstStyle>
          <a:p>
            <a:pPr algn="l">
              <a:buNone/>
              <a:defRPr sz="1650" b="1">
                <a:solidFill>
                  <a:srgbClr val="318B5F"/>
                </a:solidFill>
                <a:latin typeface="Aptos"/>
                <a:ea typeface="Aptos"/>
                <a:cs typeface="Aptos"/>
              </a:defRPr>
            </a:pPr>
            <a:r>
              <a:rPr sz="1650" b="1">
                <a:solidFill>
                  <a:srgbClr val="318B5F"/>
                </a:solidFill>
                <a:latin typeface="Aptos"/>
                <a:ea typeface="Aptos"/>
                <a:cs typeface="Aptos"/>
              </a:rPr>
              <a:t>ConvBlock 2</a:t>
            </a:r>
          </a:p>
        </p:txBody>
      </p:sp>
      <p:sp>
        <p:nvSpPr>
          <p:cNvPr id="17" name="dimension-input-label-1">
            <a:extLst>
              <a:ext uri="{FF2B5EF4-FFF2-40B4-BE49-F238E27FC236}">
                <a16:creationId xmlns:a16="http://schemas.microsoft.com/office/drawing/2014/main" id="{F95153CD-7CD8-45B5-AF6E-B5D03B368494}"/>
              </a:ext>
            </a:extLst>
          </p:cNvPr>
          <p:cNvSpPr>
            <a:spLocks noGrp="1"/>
          </p:cNvSpPr>
          <p:nvPr/>
        </p:nvSpPr>
        <p:spPr>
          <a:xfrm>
            <a:off x="4629150" y="2343150"/>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Đầu vào</a:t>
            </a:r>
          </a:p>
        </p:txBody>
      </p:sp>
      <p:sp>
        <p:nvSpPr>
          <p:cNvPr id="18" name="dimension-input-1">
            <a:extLst>
              <a:ext uri="{FF2B5EF4-FFF2-40B4-BE49-F238E27FC236}">
                <a16:creationId xmlns:a16="http://schemas.microsoft.com/office/drawing/2014/main" id="{42FDF6EF-8E39-413A-B986-3C686B19AFDC}"/>
              </a:ext>
            </a:extLst>
          </p:cNvPr>
          <p:cNvSpPr>
            <a:spLocks noGrp="1"/>
          </p:cNvSpPr>
          <p:nvPr/>
        </p:nvSpPr>
        <p:spPr>
          <a:xfrm>
            <a:off x="4629150" y="2562225"/>
            <a:ext cx="2933700" cy="266700"/>
          </a:xfrm>
          <a:prstGeom prst="rect">
            <a:avLst/>
          </a:prstGeom>
          <a:noFill/>
          <a:ln w="0">
            <a:noFill/>
            <a:prstDash val="solid"/>
          </a:ln>
        </p:spPr>
        <p:txBody>
          <a:bodyPr lIns="0" tIns="0" rIns="0" bIns="0" anchor="ctr">
            <a:normAutofit/>
          </a:bodyPr>
          <a:lstStyle>
            <a:defPPr algn="l">
              <a:defRPr sz="1425" b="1">
                <a:solidFill>
                  <a:srgbClr val="142B4E"/>
                </a:solidFill>
                <a:latin typeface="Aptos"/>
                <a:ea typeface="Aptos"/>
                <a:cs typeface="Aptos"/>
              </a:defRPr>
            </a:defPPr>
            <a:lvl1pPr algn="l">
              <a:buNone/>
              <a:defRPr sz="1425" b="1">
                <a:solidFill>
                  <a:srgbClr val="142B4E"/>
                </a:solidFill>
                <a:latin typeface="Aptos"/>
                <a:ea typeface="Aptos"/>
                <a:cs typeface="Aptos"/>
              </a:defRPr>
            </a:lvl1pPr>
            <a:lvl2pPr algn="l">
              <a:buNone/>
              <a:defRPr sz="1425" b="1">
                <a:solidFill>
                  <a:srgbClr val="142B4E"/>
                </a:solidFill>
                <a:latin typeface="Aptos"/>
                <a:ea typeface="Aptos"/>
                <a:cs typeface="Aptos"/>
              </a:defRPr>
            </a:lvl2pPr>
            <a:lvl3pPr algn="l">
              <a:buNone/>
              <a:defRPr sz="1425" b="1">
                <a:solidFill>
                  <a:srgbClr val="142B4E"/>
                </a:solidFill>
                <a:latin typeface="Aptos"/>
                <a:ea typeface="Aptos"/>
                <a:cs typeface="Aptos"/>
              </a:defRPr>
            </a:lvl3pPr>
            <a:lvl4pPr algn="l">
              <a:buNone/>
              <a:defRPr sz="1425" b="1">
                <a:solidFill>
                  <a:srgbClr val="142B4E"/>
                </a:solidFill>
                <a:latin typeface="Aptos"/>
                <a:ea typeface="Aptos"/>
                <a:cs typeface="Aptos"/>
              </a:defRPr>
            </a:lvl4pPr>
            <a:lvl5pPr algn="l">
              <a:buNone/>
              <a:defRPr sz="1425" b="1">
                <a:solidFill>
                  <a:srgbClr val="142B4E"/>
                </a:solidFill>
                <a:latin typeface="Aptos"/>
                <a:ea typeface="Aptos"/>
                <a:cs typeface="Aptos"/>
              </a:defRPr>
            </a:lvl5pPr>
            <a:lvl6pPr algn="l">
              <a:buNone/>
              <a:defRPr sz="1425" b="1">
                <a:solidFill>
                  <a:srgbClr val="142B4E"/>
                </a:solidFill>
                <a:latin typeface="Aptos"/>
                <a:ea typeface="Aptos"/>
                <a:cs typeface="Aptos"/>
              </a:defRPr>
            </a:lvl6pPr>
            <a:lvl7pPr algn="l">
              <a:buNone/>
              <a:defRPr sz="1425" b="1">
                <a:solidFill>
                  <a:srgbClr val="142B4E"/>
                </a:solidFill>
                <a:latin typeface="Aptos"/>
                <a:ea typeface="Aptos"/>
                <a:cs typeface="Aptos"/>
              </a:defRPr>
            </a:lvl7pPr>
            <a:lvl8pPr algn="l">
              <a:buNone/>
              <a:defRPr sz="1425" b="1">
                <a:solidFill>
                  <a:srgbClr val="142B4E"/>
                </a:solidFill>
                <a:latin typeface="Aptos"/>
                <a:ea typeface="Aptos"/>
                <a:cs typeface="Aptos"/>
              </a:defRPr>
            </a:lvl8pPr>
            <a:lvl9pPr algn="l">
              <a:buNone/>
              <a:defRPr sz="1425" b="1">
                <a:solidFill>
                  <a:srgbClr val="142B4E"/>
                </a:solidFill>
                <a:latin typeface="Aptos"/>
                <a:ea typeface="Aptos"/>
                <a:cs typeface="Aptos"/>
              </a:defRPr>
            </a:lvl9pPr>
          </a:lstStyle>
          <a:p>
            <a:pPr algn="l">
              <a:buNone/>
              <a:defRPr sz="1425" b="1">
                <a:solidFill>
                  <a:srgbClr val="142B4E"/>
                </a:solidFill>
                <a:latin typeface="Aptos"/>
                <a:ea typeface="Aptos"/>
                <a:cs typeface="Aptos"/>
              </a:defRPr>
            </a:pPr>
            <a:r>
              <a:rPr sz="1425" b="1">
                <a:solidFill>
                  <a:srgbClr val="142B4E"/>
                </a:solidFill>
                <a:latin typeface="Aptos"/>
                <a:ea typeface="Aptos"/>
                <a:cs typeface="Aptos"/>
              </a:rPr>
              <a:t>96 × 16 × 16</a:t>
            </a:r>
          </a:p>
        </p:txBody>
      </p:sp>
      <p:sp>
        <p:nvSpPr>
          <p:cNvPr id="19" name="dimension-conv-label-1">
            <a:extLst>
              <a:ext uri="{FF2B5EF4-FFF2-40B4-BE49-F238E27FC236}">
                <a16:creationId xmlns:a16="http://schemas.microsoft.com/office/drawing/2014/main" id="{757AE1CE-446C-4171-A94B-68682666A020}"/>
              </a:ext>
            </a:extLst>
          </p:cNvPr>
          <p:cNvSpPr>
            <a:spLocks noGrp="1"/>
          </p:cNvSpPr>
          <p:nvPr/>
        </p:nvSpPr>
        <p:spPr>
          <a:xfrm>
            <a:off x="4629150" y="2943225"/>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Sau hai Conv 3×3</a:t>
            </a:r>
          </a:p>
        </p:txBody>
      </p:sp>
      <p:sp>
        <p:nvSpPr>
          <p:cNvPr id="20" name="dimension-conv-1">
            <a:extLst>
              <a:ext uri="{FF2B5EF4-FFF2-40B4-BE49-F238E27FC236}">
                <a16:creationId xmlns:a16="http://schemas.microsoft.com/office/drawing/2014/main" id="{CF7ABE1A-384D-41C4-BDEA-C37B55B3E646}"/>
              </a:ext>
            </a:extLst>
          </p:cNvPr>
          <p:cNvSpPr>
            <a:spLocks noGrp="1"/>
          </p:cNvSpPr>
          <p:nvPr/>
        </p:nvSpPr>
        <p:spPr>
          <a:xfrm>
            <a:off x="4629150" y="3162300"/>
            <a:ext cx="2933700" cy="266700"/>
          </a:xfrm>
          <a:prstGeom prst="rect">
            <a:avLst/>
          </a:prstGeom>
          <a:noFill/>
          <a:ln w="0">
            <a:noFill/>
            <a:prstDash val="solid"/>
          </a:ln>
        </p:spPr>
        <p:txBody>
          <a:bodyPr lIns="0" tIns="0" rIns="0" bIns="0" anchor="ctr">
            <a:normAutofit/>
          </a:bodyPr>
          <a:lstStyle>
            <a:defPPr algn="l">
              <a:defRPr sz="1425" b="1">
                <a:solidFill>
                  <a:srgbClr val="142B4E"/>
                </a:solidFill>
                <a:latin typeface="Aptos"/>
                <a:ea typeface="Aptos"/>
                <a:cs typeface="Aptos"/>
              </a:defRPr>
            </a:defPPr>
            <a:lvl1pPr algn="l">
              <a:buNone/>
              <a:defRPr sz="1425" b="1">
                <a:solidFill>
                  <a:srgbClr val="142B4E"/>
                </a:solidFill>
                <a:latin typeface="Aptos"/>
                <a:ea typeface="Aptos"/>
                <a:cs typeface="Aptos"/>
              </a:defRPr>
            </a:lvl1pPr>
            <a:lvl2pPr algn="l">
              <a:buNone/>
              <a:defRPr sz="1425" b="1">
                <a:solidFill>
                  <a:srgbClr val="142B4E"/>
                </a:solidFill>
                <a:latin typeface="Aptos"/>
                <a:ea typeface="Aptos"/>
                <a:cs typeface="Aptos"/>
              </a:defRPr>
            </a:lvl2pPr>
            <a:lvl3pPr algn="l">
              <a:buNone/>
              <a:defRPr sz="1425" b="1">
                <a:solidFill>
                  <a:srgbClr val="142B4E"/>
                </a:solidFill>
                <a:latin typeface="Aptos"/>
                <a:ea typeface="Aptos"/>
                <a:cs typeface="Aptos"/>
              </a:defRPr>
            </a:lvl3pPr>
            <a:lvl4pPr algn="l">
              <a:buNone/>
              <a:defRPr sz="1425" b="1">
                <a:solidFill>
                  <a:srgbClr val="142B4E"/>
                </a:solidFill>
                <a:latin typeface="Aptos"/>
                <a:ea typeface="Aptos"/>
                <a:cs typeface="Aptos"/>
              </a:defRPr>
            </a:lvl4pPr>
            <a:lvl5pPr algn="l">
              <a:buNone/>
              <a:defRPr sz="1425" b="1">
                <a:solidFill>
                  <a:srgbClr val="142B4E"/>
                </a:solidFill>
                <a:latin typeface="Aptos"/>
                <a:ea typeface="Aptos"/>
                <a:cs typeface="Aptos"/>
              </a:defRPr>
            </a:lvl5pPr>
            <a:lvl6pPr algn="l">
              <a:buNone/>
              <a:defRPr sz="1425" b="1">
                <a:solidFill>
                  <a:srgbClr val="142B4E"/>
                </a:solidFill>
                <a:latin typeface="Aptos"/>
                <a:ea typeface="Aptos"/>
                <a:cs typeface="Aptos"/>
              </a:defRPr>
            </a:lvl6pPr>
            <a:lvl7pPr algn="l">
              <a:buNone/>
              <a:defRPr sz="1425" b="1">
                <a:solidFill>
                  <a:srgbClr val="142B4E"/>
                </a:solidFill>
                <a:latin typeface="Aptos"/>
                <a:ea typeface="Aptos"/>
                <a:cs typeface="Aptos"/>
              </a:defRPr>
            </a:lvl7pPr>
            <a:lvl8pPr algn="l">
              <a:buNone/>
              <a:defRPr sz="1425" b="1">
                <a:solidFill>
                  <a:srgbClr val="142B4E"/>
                </a:solidFill>
                <a:latin typeface="Aptos"/>
                <a:ea typeface="Aptos"/>
                <a:cs typeface="Aptos"/>
              </a:defRPr>
            </a:lvl8pPr>
            <a:lvl9pPr algn="l">
              <a:buNone/>
              <a:defRPr sz="1425" b="1">
                <a:solidFill>
                  <a:srgbClr val="142B4E"/>
                </a:solidFill>
                <a:latin typeface="Aptos"/>
                <a:ea typeface="Aptos"/>
                <a:cs typeface="Aptos"/>
              </a:defRPr>
            </a:lvl9pPr>
          </a:lstStyle>
          <a:p>
            <a:pPr algn="l">
              <a:buNone/>
              <a:defRPr sz="1425" b="1">
                <a:solidFill>
                  <a:srgbClr val="142B4E"/>
                </a:solidFill>
                <a:latin typeface="Aptos"/>
                <a:ea typeface="Aptos"/>
                <a:cs typeface="Aptos"/>
              </a:defRPr>
            </a:pPr>
            <a:r>
              <a:rPr sz="1425" b="1">
                <a:solidFill>
                  <a:srgbClr val="142B4E"/>
                </a:solidFill>
                <a:latin typeface="Aptos"/>
                <a:ea typeface="Aptos"/>
                <a:cs typeface="Aptos"/>
              </a:rPr>
              <a:t>192 × 16 × 16</a:t>
            </a:r>
          </a:p>
        </p:txBody>
      </p:sp>
      <p:sp>
        <p:nvSpPr>
          <p:cNvPr id="21" name="dimension-pool-label-1">
            <a:extLst>
              <a:ext uri="{FF2B5EF4-FFF2-40B4-BE49-F238E27FC236}">
                <a16:creationId xmlns:a16="http://schemas.microsoft.com/office/drawing/2014/main" id="{728FF5B1-328C-4DD5-97B2-6B4C612562CB}"/>
              </a:ext>
            </a:extLst>
          </p:cNvPr>
          <p:cNvSpPr>
            <a:spLocks noGrp="1"/>
          </p:cNvSpPr>
          <p:nvPr/>
        </p:nvSpPr>
        <p:spPr>
          <a:xfrm>
            <a:off x="4629150" y="3543300"/>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Sau MaxPool</a:t>
            </a:r>
          </a:p>
        </p:txBody>
      </p:sp>
      <p:sp>
        <p:nvSpPr>
          <p:cNvPr id="22" name="dimension-output-bg-1">
            <a:extLst>
              <a:ext uri="{FF2B5EF4-FFF2-40B4-BE49-F238E27FC236}">
                <a16:creationId xmlns:a16="http://schemas.microsoft.com/office/drawing/2014/main" id="{B8FBA09C-BCFD-4C8B-B645-28DCEA65B332}"/>
              </a:ext>
            </a:extLst>
          </p:cNvPr>
          <p:cNvSpPr>
            <a:spLocks noGrp="1"/>
          </p:cNvSpPr>
          <p:nvPr/>
        </p:nvSpPr>
        <p:spPr>
          <a:xfrm>
            <a:off x="4572000" y="3790950"/>
            <a:ext cx="3048000" cy="457200"/>
          </a:xfrm>
          <a:prstGeom prst="roundRect">
            <a:avLst>
              <a:gd name="adj" fmla="val 16667"/>
            </a:avLst>
          </a:prstGeom>
          <a:solidFill>
            <a:srgbClr val="E0F4E7"/>
          </a:solidFill>
          <a:ln w="15240">
            <a:solidFill>
              <a:srgbClr val="318B5F"/>
            </a:solidFill>
            <a:prstDash val="solid"/>
          </a:ln>
        </p:spPr>
        <p:txBody>
          <a:bodyPr/>
          <a:lstStyle/>
          <a:p>
            <a:endParaRPr lang="en-US"/>
          </a:p>
        </p:txBody>
      </p:sp>
      <p:sp>
        <p:nvSpPr>
          <p:cNvPr id="23" name="dimension-output-1">
            <a:extLst>
              <a:ext uri="{FF2B5EF4-FFF2-40B4-BE49-F238E27FC236}">
                <a16:creationId xmlns:a16="http://schemas.microsoft.com/office/drawing/2014/main" id="{F5DBE619-B94D-4153-AB62-FF83000AF501}"/>
              </a:ext>
            </a:extLst>
          </p:cNvPr>
          <p:cNvSpPr>
            <a:spLocks noGrp="1"/>
          </p:cNvSpPr>
          <p:nvPr/>
        </p:nvSpPr>
        <p:spPr>
          <a:xfrm>
            <a:off x="4657725" y="3857625"/>
            <a:ext cx="2876550" cy="323850"/>
          </a:xfrm>
          <a:prstGeom prst="rect">
            <a:avLst/>
          </a:prstGeom>
          <a:noFill/>
          <a:ln w="0">
            <a:noFill/>
            <a:prstDash val="solid"/>
          </a:ln>
        </p:spPr>
        <p:txBody>
          <a:bodyPr lIns="0" tIns="0" rIns="0" bIns="0" anchor="ctr">
            <a:normAutofit/>
          </a:bodyPr>
          <a:lstStyle>
            <a:defPPr algn="ctr">
              <a:defRPr sz="1425" b="1">
                <a:solidFill>
                  <a:srgbClr val="142B4E"/>
                </a:solidFill>
                <a:latin typeface="Aptos"/>
                <a:ea typeface="Aptos"/>
                <a:cs typeface="Aptos"/>
              </a:defRPr>
            </a:defPPr>
            <a:lvl1pPr algn="ctr">
              <a:buNone/>
              <a:defRPr sz="1425" b="1">
                <a:solidFill>
                  <a:srgbClr val="142B4E"/>
                </a:solidFill>
                <a:latin typeface="Aptos"/>
                <a:ea typeface="Aptos"/>
                <a:cs typeface="Aptos"/>
              </a:defRPr>
            </a:lvl1pPr>
            <a:lvl2pPr algn="ctr">
              <a:buNone/>
              <a:defRPr sz="1425" b="1">
                <a:solidFill>
                  <a:srgbClr val="142B4E"/>
                </a:solidFill>
                <a:latin typeface="Aptos"/>
                <a:ea typeface="Aptos"/>
                <a:cs typeface="Aptos"/>
              </a:defRPr>
            </a:lvl2pPr>
            <a:lvl3pPr algn="ctr">
              <a:buNone/>
              <a:defRPr sz="1425" b="1">
                <a:solidFill>
                  <a:srgbClr val="142B4E"/>
                </a:solidFill>
                <a:latin typeface="Aptos"/>
                <a:ea typeface="Aptos"/>
                <a:cs typeface="Aptos"/>
              </a:defRPr>
            </a:lvl3pPr>
            <a:lvl4pPr algn="ctr">
              <a:buNone/>
              <a:defRPr sz="1425" b="1">
                <a:solidFill>
                  <a:srgbClr val="142B4E"/>
                </a:solidFill>
                <a:latin typeface="Aptos"/>
                <a:ea typeface="Aptos"/>
                <a:cs typeface="Aptos"/>
              </a:defRPr>
            </a:lvl4pPr>
            <a:lvl5pPr algn="ctr">
              <a:buNone/>
              <a:defRPr sz="1425" b="1">
                <a:solidFill>
                  <a:srgbClr val="142B4E"/>
                </a:solidFill>
                <a:latin typeface="Aptos"/>
                <a:ea typeface="Aptos"/>
                <a:cs typeface="Aptos"/>
              </a:defRPr>
            </a:lvl5pPr>
            <a:lvl6pPr algn="ctr">
              <a:buNone/>
              <a:defRPr sz="1425" b="1">
                <a:solidFill>
                  <a:srgbClr val="142B4E"/>
                </a:solidFill>
                <a:latin typeface="Aptos"/>
                <a:ea typeface="Aptos"/>
                <a:cs typeface="Aptos"/>
              </a:defRPr>
            </a:lvl6pPr>
            <a:lvl7pPr algn="ctr">
              <a:buNone/>
              <a:defRPr sz="1425" b="1">
                <a:solidFill>
                  <a:srgbClr val="142B4E"/>
                </a:solidFill>
                <a:latin typeface="Aptos"/>
                <a:ea typeface="Aptos"/>
                <a:cs typeface="Aptos"/>
              </a:defRPr>
            </a:lvl7pPr>
            <a:lvl8pPr algn="ctr">
              <a:buNone/>
              <a:defRPr sz="1425" b="1">
                <a:solidFill>
                  <a:srgbClr val="142B4E"/>
                </a:solidFill>
                <a:latin typeface="Aptos"/>
                <a:ea typeface="Aptos"/>
                <a:cs typeface="Aptos"/>
              </a:defRPr>
            </a:lvl8pPr>
            <a:lvl9pPr algn="ctr">
              <a:buNone/>
              <a:defRPr sz="1425" b="1">
                <a:solidFill>
                  <a:srgbClr val="142B4E"/>
                </a:solidFill>
                <a:latin typeface="Aptos"/>
                <a:ea typeface="Aptos"/>
                <a:cs typeface="Aptos"/>
              </a:defRPr>
            </a:lvl9pPr>
          </a:lstStyle>
          <a:p>
            <a:pPr algn="ctr">
              <a:buNone/>
              <a:defRPr sz="1425" b="1">
                <a:solidFill>
                  <a:srgbClr val="142B4E"/>
                </a:solidFill>
                <a:latin typeface="Aptos"/>
                <a:ea typeface="Aptos"/>
                <a:cs typeface="Aptos"/>
              </a:defRPr>
            </a:pPr>
            <a:r>
              <a:rPr sz="1425" b="1">
                <a:solidFill>
                  <a:srgbClr val="142B4E"/>
                </a:solidFill>
                <a:latin typeface="Aptos"/>
                <a:ea typeface="Aptos"/>
                <a:cs typeface="Aptos"/>
              </a:rPr>
              <a:t>192 × 8 × 8</a:t>
            </a:r>
          </a:p>
        </p:txBody>
      </p:sp>
      <p:sp>
        <p:nvSpPr>
          <p:cNvPr id="25" name="dimension-card-2">
            <a:extLst>
              <a:ext uri="{FF2B5EF4-FFF2-40B4-BE49-F238E27FC236}">
                <a16:creationId xmlns:a16="http://schemas.microsoft.com/office/drawing/2014/main" id="{C3E9939F-B8A8-4D16-9F25-4CECAE4EA34E}"/>
              </a:ext>
            </a:extLst>
          </p:cNvPr>
          <p:cNvSpPr>
            <a:spLocks noGrp="1"/>
          </p:cNvSpPr>
          <p:nvPr/>
        </p:nvSpPr>
        <p:spPr>
          <a:xfrm>
            <a:off x="8153400" y="1657043"/>
            <a:ext cx="3352800" cy="2952750"/>
          </a:xfrm>
          <a:prstGeom prst="roundRect">
            <a:avLst>
              <a:gd name="adj" fmla="val 2581"/>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dimension-title-2">
            <a:extLst>
              <a:ext uri="{FF2B5EF4-FFF2-40B4-BE49-F238E27FC236}">
                <a16:creationId xmlns:a16="http://schemas.microsoft.com/office/drawing/2014/main" id="{438688BF-C187-4BD1-A08A-010A5437ED78}"/>
              </a:ext>
            </a:extLst>
          </p:cNvPr>
          <p:cNvSpPr>
            <a:spLocks noGrp="1"/>
          </p:cNvSpPr>
          <p:nvPr/>
        </p:nvSpPr>
        <p:spPr>
          <a:xfrm>
            <a:off x="8362950" y="1866900"/>
            <a:ext cx="2933700" cy="323850"/>
          </a:xfrm>
          <a:prstGeom prst="rect">
            <a:avLst/>
          </a:prstGeom>
          <a:noFill/>
          <a:ln w="0">
            <a:noFill/>
            <a:prstDash val="solid"/>
          </a:ln>
        </p:spPr>
        <p:txBody>
          <a:bodyPr lIns="0" tIns="0" rIns="0" bIns="0" anchor="ctr">
            <a:normAutofit/>
          </a:bodyPr>
          <a:lstStyle>
            <a:defPPr algn="l">
              <a:defRPr sz="1650" b="1">
                <a:solidFill>
                  <a:srgbClr val="735BB4"/>
                </a:solidFill>
                <a:latin typeface="Aptos"/>
                <a:ea typeface="Aptos"/>
                <a:cs typeface="Aptos"/>
              </a:defRPr>
            </a:defPPr>
            <a:lvl1pPr algn="l">
              <a:buNone/>
              <a:defRPr sz="1650" b="1">
                <a:solidFill>
                  <a:srgbClr val="735BB4"/>
                </a:solidFill>
                <a:latin typeface="Aptos"/>
                <a:ea typeface="Aptos"/>
                <a:cs typeface="Aptos"/>
              </a:defRPr>
            </a:lvl1pPr>
            <a:lvl2pPr algn="l">
              <a:buNone/>
              <a:defRPr sz="1650" b="1">
                <a:solidFill>
                  <a:srgbClr val="735BB4"/>
                </a:solidFill>
                <a:latin typeface="Aptos"/>
                <a:ea typeface="Aptos"/>
                <a:cs typeface="Aptos"/>
              </a:defRPr>
            </a:lvl2pPr>
            <a:lvl3pPr algn="l">
              <a:buNone/>
              <a:defRPr sz="1650" b="1">
                <a:solidFill>
                  <a:srgbClr val="735BB4"/>
                </a:solidFill>
                <a:latin typeface="Aptos"/>
                <a:ea typeface="Aptos"/>
                <a:cs typeface="Aptos"/>
              </a:defRPr>
            </a:lvl3pPr>
            <a:lvl4pPr algn="l">
              <a:buNone/>
              <a:defRPr sz="1650" b="1">
                <a:solidFill>
                  <a:srgbClr val="735BB4"/>
                </a:solidFill>
                <a:latin typeface="Aptos"/>
                <a:ea typeface="Aptos"/>
                <a:cs typeface="Aptos"/>
              </a:defRPr>
            </a:lvl4pPr>
            <a:lvl5pPr algn="l">
              <a:buNone/>
              <a:defRPr sz="1650" b="1">
                <a:solidFill>
                  <a:srgbClr val="735BB4"/>
                </a:solidFill>
                <a:latin typeface="Aptos"/>
                <a:ea typeface="Aptos"/>
                <a:cs typeface="Aptos"/>
              </a:defRPr>
            </a:lvl5pPr>
            <a:lvl6pPr algn="l">
              <a:buNone/>
              <a:defRPr sz="1650" b="1">
                <a:solidFill>
                  <a:srgbClr val="735BB4"/>
                </a:solidFill>
                <a:latin typeface="Aptos"/>
                <a:ea typeface="Aptos"/>
                <a:cs typeface="Aptos"/>
              </a:defRPr>
            </a:lvl6pPr>
            <a:lvl7pPr algn="l">
              <a:buNone/>
              <a:defRPr sz="1650" b="1">
                <a:solidFill>
                  <a:srgbClr val="735BB4"/>
                </a:solidFill>
                <a:latin typeface="Aptos"/>
                <a:ea typeface="Aptos"/>
                <a:cs typeface="Aptos"/>
              </a:defRPr>
            </a:lvl7pPr>
            <a:lvl8pPr algn="l">
              <a:buNone/>
              <a:defRPr sz="1650" b="1">
                <a:solidFill>
                  <a:srgbClr val="735BB4"/>
                </a:solidFill>
                <a:latin typeface="Aptos"/>
                <a:ea typeface="Aptos"/>
                <a:cs typeface="Aptos"/>
              </a:defRPr>
            </a:lvl8pPr>
            <a:lvl9pPr algn="l">
              <a:buNone/>
              <a:defRPr sz="1650" b="1">
                <a:solidFill>
                  <a:srgbClr val="735BB4"/>
                </a:solidFill>
                <a:latin typeface="Aptos"/>
                <a:ea typeface="Aptos"/>
                <a:cs typeface="Aptos"/>
              </a:defRPr>
            </a:lvl9pPr>
          </a:lstStyle>
          <a:p>
            <a:pPr algn="l">
              <a:buNone/>
              <a:defRPr sz="1650" b="1">
                <a:solidFill>
                  <a:srgbClr val="735BB4"/>
                </a:solidFill>
                <a:latin typeface="Aptos"/>
                <a:ea typeface="Aptos"/>
                <a:cs typeface="Aptos"/>
              </a:defRPr>
            </a:pPr>
            <a:r>
              <a:rPr sz="1650" b="1">
                <a:solidFill>
                  <a:srgbClr val="735BB4"/>
                </a:solidFill>
                <a:latin typeface="Aptos"/>
                <a:ea typeface="Aptos"/>
                <a:cs typeface="Aptos"/>
              </a:rPr>
              <a:t>ConvBlock 3</a:t>
            </a:r>
          </a:p>
        </p:txBody>
      </p:sp>
      <p:sp>
        <p:nvSpPr>
          <p:cNvPr id="27" name="dimension-input-label-2">
            <a:extLst>
              <a:ext uri="{FF2B5EF4-FFF2-40B4-BE49-F238E27FC236}">
                <a16:creationId xmlns:a16="http://schemas.microsoft.com/office/drawing/2014/main" id="{7124C966-B48B-4387-8E24-7CF9C4A4BDA1}"/>
              </a:ext>
            </a:extLst>
          </p:cNvPr>
          <p:cNvSpPr>
            <a:spLocks noGrp="1"/>
          </p:cNvSpPr>
          <p:nvPr/>
        </p:nvSpPr>
        <p:spPr>
          <a:xfrm>
            <a:off x="8362950" y="2343150"/>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Đầu vào</a:t>
            </a:r>
          </a:p>
        </p:txBody>
      </p:sp>
      <p:sp>
        <p:nvSpPr>
          <p:cNvPr id="28" name="dimension-input-2">
            <a:extLst>
              <a:ext uri="{FF2B5EF4-FFF2-40B4-BE49-F238E27FC236}">
                <a16:creationId xmlns:a16="http://schemas.microsoft.com/office/drawing/2014/main" id="{F2BFEFE4-1ED7-493E-9316-9AE848D2B187}"/>
              </a:ext>
            </a:extLst>
          </p:cNvPr>
          <p:cNvSpPr>
            <a:spLocks noGrp="1"/>
          </p:cNvSpPr>
          <p:nvPr/>
        </p:nvSpPr>
        <p:spPr>
          <a:xfrm>
            <a:off x="8362950" y="2562225"/>
            <a:ext cx="2933700" cy="266700"/>
          </a:xfrm>
          <a:prstGeom prst="rect">
            <a:avLst/>
          </a:prstGeom>
          <a:noFill/>
          <a:ln w="0">
            <a:noFill/>
            <a:prstDash val="solid"/>
          </a:ln>
        </p:spPr>
        <p:txBody>
          <a:bodyPr lIns="0" tIns="0" rIns="0" bIns="0" anchor="ctr">
            <a:normAutofit/>
          </a:bodyPr>
          <a:lstStyle>
            <a:defPPr algn="l">
              <a:defRPr sz="1425" b="1">
                <a:solidFill>
                  <a:srgbClr val="142B4E"/>
                </a:solidFill>
                <a:latin typeface="Aptos"/>
                <a:ea typeface="Aptos"/>
                <a:cs typeface="Aptos"/>
              </a:defRPr>
            </a:defPPr>
            <a:lvl1pPr algn="l">
              <a:buNone/>
              <a:defRPr sz="1425" b="1">
                <a:solidFill>
                  <a:srgbClr val="142B4E"/>
                </a:solidFill>
                <a:latin typeface="Aptos"/>
                <a:ea typeface="Aptos"/>
                <a:cs typeface="Aptos"/>
              </a:defRPr>
            </a:lvl1pPr>
            <a:lvl2pPr algn="l">
              <a:buNone/>
              <a:defRPr sz="1425" b="1">
                <a:solidFill>
                  <a:srgbClr val="142B4E"/>
                </a:solidFill>
                <a:latin typeface="Aptos"/>
                <a:ea typeface="Aptos"/>
                <a:cs typeface="Aptos"/>
              </a:defRPr>
            </a:lvl2pPr>
            <a:lvl3pPr algn="l">
              <a:buNone/>
              <a:defRPr sz="1425" b="1">
                <a:solidFill>
                  <a:srgbClr val="142B4E"/>
                </a:solidFill>
                <a:latin typeface="Aptos"/>
                <a:ea typeface="Aptos"/>
                <a:cs typeface="Aptos"/>
              </a:defRPr>
            </a:lvl3pPr>
            <a:lvl4pPr algn="l">
              <a:buNone/>
              <a:defRPr sz="1425" b="1">
                <a:solidFill>
                  <a:srgbClr val="142B4E"/>
                </a:solidFill>
                <a:latin typeface="Aptos"/>
                <a:ea typeface="Aptos"/>
                <a:cs typeface="Aptos"/>
              </a:defRPr>
            </a:lvl4pPr>
            <a:lvl5pPr algn="l">
              <a:buNone/>
              <a:defRPr sz="1425" b="1">
                <a:solidFill>
                  <a:srgbClr val="142B4E"/>
                </a:solidFill>
                <a:latin typeface="Aptos"/>
                <a:ea typeface="Aptos"/>
                <a:cs typeface="Aptos"/>
              </a:defRPr>
            </a:lvl5pPr>
            <a:lvl6pPr algn="l">
              <a:buNone/>
              <a:defRPr sz="1425" b="1">
                <a:solidFill>
                  <a:srgbClr val="142B4E"/>
                </a:solidFill>
                <a:latin typeface="Aptos"/>
                <a:ea typeface="Aptos"/>
                <a:cs typeface="Aptos"/>
              </a:defRPr>
            </a:lvl6pPr>
            <a:lvl7pPr algn="l">
              <a:buNone/>
              <a:defRPr sz="1425" b="1">
                <a:solidFill>
                  <a:srgbClr val="142B4E"/>
                </a:solidFill>
                <a:latin typeface="Aptos"/>
                <a:ea typeface="Aptos"/>
                <a:cs typeface="Aptos"/>
              </a:defRPr>
            </a:lvl7pPr>
            <a:lvl8pPr algn="l">
              <a:buNone/>
              <a:defRPr sz="1425" b="1">
                <a:solidFill>
                  <a:srgbClr val="142B4E"/>
                </a:solidFill>
                <a:latin typeface="Aptos"/>
                <a:ea typeface="Aptos"/>
                <a:cs typeface="Aptos"/>
              </a:defRPr>
            </a:lvl8pPr>
            <a:lvl9pPr algn="l">
              <a:buNone/>
              <a:defRPr sz="1425" b="1">
                <a:solidFill>
                  <a:srgbClr val="142B4E"/>
                </a:solidFill>
                <a:latin typeface="Aptos"/>
                <a:ea typeface="Aptos"/>
                <a:cs typeface="Aptos"/>
              </a:defRPr>
            </a:lvl9pPr>
          </a:lstStyle>
          <a:p>
            <a:pPr algn="l">
              <a:buNone/>
              <a:defRPr sz="1425" b="1">
                <a:solidFill>
                  <a:srgbClr val="142B4E"/>
                </a:solidFill>
                <a:latin typeface="Aptos"/>
                <a:ea typeface="Aptos"/>
                <a:cs typeface="Aptos"/>
              </a:defRPr>
            </a:pPr>
            <a:r>
              <a:rPr sz="1425" b="1">
                <a:solidFill>
                  <a:srgbClr val="142B4E"/>
                </a:solidFill>
                <a:latin typeface="Aptos"/>
                <a:ea typeface="Aptos"/>
                <a:cs typeface="Aptos"/>
              </a:rPr>
              <a:t>192 × 8 × 8</a:t>
            </a:r>
          </a:p>
        </p:txBody>
      </p:sp>
      <p:sp>
        <p:nvSpPr>
          <p:cNvPr id="29" name="dimension-conv-label-2">
            <a:extLst>
              <a:ext uri="{FF2B5EF4-FFF2-40B4-BE49-F238E27FC236}">
                <a16:creationId xmlns:a16="http://schemas.microsoft.com/office/drawing/2014/main" id="{0249180C-E078-4DE6-9821-A4460EC5DC44}"/>
              </a:ext>
            </a:extLst>
          </p:cNvPr>
          <p:cNvSpPr>
            <a:spLocks noGrp="1"/>
          </p:cNvSpPr>
          <p:nvPr/>
        </p:nvSpPr>
        <p:spPr>
          <a:xfrm>
            <a:off x="8362950" y="2943225"/>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Sau hai Conv 3×3</a:t>
            </a:r>
          </a:p>
        </p:txBody>
      </p:sp>
      <p:sp>
        <p:nvSpPr>
          <p:cNvPr id="30" name="dimension-conv-2">
            <a:extLst>
              <a:ext uri="{FF2B5EF4-FFF2-40B4-BE49-F238E27FC236}">
                <a16:creationId xmlns:a16="http://schemas.microsoft.com/office/drawing/2014/main" id="{10F6917B-821C-479D-BC93-261FA152822E}"/>
              </a:ext>
            </a:extLst>
          </p:cNvPr>
          <p:cNvSpPr>
            <a:spLocks noGrp="1"/>
          </p:cNvSpPr>
          <p:nvPr/>
        </p:nvSpPr>
        <p:spPr>
          <a:xfrm>
            <a:off x="8362950" y="3162300"/>
            <a:ext cx="2933700" cy="266700"/>
          </a:xfrm>
          <a:prstGeom prst="rect">
            <a:avLst/>
          </a:prstGeom>
          <a:noFill/>
          <a:ln w="0">
            <a:noFill/>
            <a:prstDash val="solid"/>
          </a:ln>
        </p:spPr>
        <p:txBody>
          <a:bodyPr lIns="0" tIns="0" rIns="0" bIns="0" anchor="ctr">
            <a:normAutofit/>
          </a:bodyPr>
          <a:lstStyle>
            <a:defPPr algn="l">
              <a:defRPr sz="1425" b="1">
                <a:solidFill>
                  <a:srgbClr val="142B4E"/>
                </a:solidFill>
                <a:latin typeface="Aptos"/>
                <a:ea typeface="Aptos"/>
                <a:cs typeface="Aptos"/>
              </a:defRPr>
            </a:defPPr>
            <a:lvl1pPr algn="l">
              <a:buNone/>
              <a:defRPr sz="1425" b="1">
                <a:solidFill>
                  <a:srgbClr val="142B4E"/>
                </a:solidFill>
                <a:latin typeface="Aptos"/>
                <a:ea typeface="Aptos"/>
                <a:cs typeface="Aptos"/>
              </a:defRPr>
            </a:lvl1pPr>
            <a:lvl2pPr algn="l">
              <a:buNone/>
              <a:defRPr sz="1425" b="1">
                <a:solidFill>
                  <a:srgbClr val="142B4E"/>
                </a:solidFill>
                <a:latin typeface="Aptos"/>
                <a:ea typeface="Aptos"/>
                <a:cs typeface="Aptos"/>
              </a:defRPr>
            </a:lvl2pPr>
            <a:lvl3pPr algn="l">
              <a:buNone/>
              <a:defRPr sz="1425" b="1">
                <a:solidFill>
                  <a:srgbClr val="142B4E"/>
                </a:solidFill>
                <a:latin typeface="Aptos"/>
                <a:ea typeface="Aptos"/>
                <a:cs typeface="Aptos"/>
              </a:defRPr>
            </a:lvl3pPr>
            <a:lvl4pPr algn="l">
              <a:buNone/>
              <a:defRPr sz="1425" b="1">
                <a:solidFill>
                  <a:srgbClr val="142B4E"/>
                </a:solidFill>
                <a:latin typeface="Aptos"/>
                <a:ea typeface="Aptos"/>
                <a:cs typeface="Aptos"/>
              </a:defRPr>
            </a:lvl4pPr>
            <a:lvl5pPr algn="l">
              <a:buNone/>
              <a:defRPr sz="1425" b="1">
                <a:solidFill>
                  <a:srgbClr val="142B4E"/>
                </a:solidFill>
                <a:latin typeface="Aptos"/>
                <a:ea typeface="Aptos"/>
                <a:cs typeface="Aptos"/>
              </a:defRPr>
            </a:lvl5pPr>
            <a:lvl6pPr algn="l">
              <a:buNone/>
              <a:defRPr sz="1425" b="1">
                <a:solidFill>
                  <a:srgbClr val="142B4E"/>
                </a:solidFill>
                <a:latin typeface="Aptos"/>
                <a:ea typeface="Aptos"/>
                <a:cs typeface="Aptos"/>
              </a:defRPr>
            </a:lvl6pPr>
            <a:lvl7pPr algn="l">
              <a:buNone/>
              <a:defRPr sz="1425" b="1">
                <a:solidFill>
                  <a:srgbClr val="142B4E"/>
                </a:solidFill>
                <a:latin typeface="Aptos"/>
                <a:ea typeface="Aptos"/>
                <a:cs typeface="Aptos"/>
              </a:defRPr>
            </a:lvl7pPr>
            <a:lvl8pPr algn="l">
              <a:buNone/>
              <a:defRPr sz="1425" b="1">
                <a:solidFill>
                  <a:srgbClr val="142B4E"/>
                </a:solidFill>
                <a:latin typeface="Aptos"/>
                <a:ea typeface="Aptos"/>
                <a:cs typeface="Aptos"/>
              </a:defRPr>
            </a:lvl8pPr>
            <a:lvl9pPr algn="l">
              <a:buNone/>
              <a:defRPr sz="1425" b="1">
                <a:solidFill>
                  <a:srgbClr val="142B4E"/>
                </a:solidFill>
                <a:latin typeface="Aptos"/>
                <a:ea typeface="Aptos"/>
                <a:cs typeface="Aptos"/>
              </a:defRPr>
            </a:lvl9pPr>
          </a:lstStyle>
          <a:p>
            <a:pPr algn="l">
              <a:buNone/>
              <a:defRPr sz="1425" b="1">
                <a:solidFill>
                  <a:srgbClr val="142B4E"/>
                </a:solidFill>
                <a:latin typeface="Aptos"/>
                <a:ea typeface="Aptos"/>
                <a:cs typeface="Aptos"/>
              </a:defRPr>
            </a:pPr>
            <a:r>
              <a:rPr sz="1425" b="1">
                <a:solidFill>
                  <a:srgbClr val="142B4E"/>
                </a:solidFill>
                <a:latin typeface="Aptos"/>
                <a:ea typeface="Aptos"/>
                <a:cs typeface="Aptos"/>
              </a:rPr>
              <a:t>384 × 8 × 8</a:t>
            </a:r>
          </a:p>
        </p:txBody>
      </p:sp>
      <p:sp>
        <p:nvSpPr>
          <p:cNvPr id="31" name="dimension-pool-label-2">
            <a:extLst>
              <a:ext uri="{FF2B5EF4-FFF2-40B4-BE49-F238E27FC236}">
                <a16:creationId xmlns:a16="http://schemas.microsoft.com/office/drawing/2014/main" id="{8D464CD0-1C44-4145-9A9A-890E608D8337}"/>
              </a:ext>
            </a:extLst>
          </p:cNvPr>
          <p:cNvSpPr>
            <a:spLocks noGrp="1"/>
          </p:cNvSpPr>
          <p:nvPr/>
        </p:nvSpPr>
        <p:spPr>
          <a:xfrm>
            <a:off x="8362950" y="3543300"/>
            <a:ext cx="2933700" cy="209550"/>
          </a:xfrm>
          <a:prstGeom prst="rect">
            <a:avLst/>
          </a:prstGeom>
          <a:noFill/>
          <a:ln w="0">
            <a:noFill/>
            <a:prstDash val="solid"/>
          </a:ln>
        </p:spPr>
        <p:txBody>
          <a:bodyPr lIns="0" tIns="0" rIns="0" bIns="0" anchor="ctr">
            <a:normAutofit/>
          </a:bodyPr>
          <a:lstStyle>
            <a:defPPr algn="l">
              <a:defRPr sz="1125" b="1">
                <a:solidFill>
                  <a:srgbClr val="5F6B7C"/>
                </a:solidFill>
                <a:latin typeface="Aptos"/>
                <a:ea typeface="Aptos"/>
                <a:cs typeface="Aptos"/>
              </a:defRPr>
            </a:defPPr>
            <a:lvl1pPr algn="l">
              <a:buNone/>
              <a:defRPr sz="1125" b="1">
                <a:solidFill>
                  <a:srgbClr val="5F6B7C"/>
                </a:solidFill>
                <a:latin typeface="Aptos"/>
                <a:ea typeface="Aptos"/>
                <a:cs typeface="Aptos"/>
              </a:defRPr>
            </a:lvl1pPr>
            <a:lvl2pPr algn="l">
              <a:buNone/>
              <a:defRPr sz="1125" b="1">
                <a:solidFill>
                  <a:srgbClr val="5F6B7C"/>
                </a:solidFill>
                <a:latin typeface="Aptos"/>
                <a:ea typeface="Aptos"/>
                <a:cs typeface="Aptos"/>
              </a:defRPr>
            </a:lvl2pPr>
            <a:lvl3pPr algn="l">
              <a:buNone/>
              <a:defRPr sz="1125" b="1">
                <a:solidFill>
                  <a:srgbClr val="5F6B7C"/>
                </a:solidFill>
                <a:latin typeface="Aptos"/>
                <a:ea typeface="Aptos"/>
                <a:cs typeface="Aptos"/>
              </a:defRPr>
            </a:lvl3pPr>
            <a:lvl4pPr algn="l">
              <a:buNone/>
              <a:defRPr sz="1125" b="1">
                <a:solidFill>
                  <a:srgbClr val="5F6B7C"/>
                </a:solidFill>
                <a:latin typeface="Aptos"/>
                <a:ea typeface="Aptos"/>
                <a:cs typeface="Aptos"/>
              </a:defRPr>
            </a:lvl4pPr>
            <a:lvl5pPr algn="l">
              <a:buNone/>
              <a:defRPr sz="1125" b="1">
                <a:solidFill>
                  <a:srgbClr val="5F6B7C"/>
                </a:solidFill>
                <a:latin typeface="Aptos"/>
                <a:ea typeface="Aptos"/>
                <a:cs typeface="Aptos"/>
              </a:defRPr>
            </a:lvl5pPr>
            <a:lvl6pPr algn="l">
              <a:buNone/>
              <a:defRPr sz="1125" b="1">
                <a:solidFill>
                  <a:srgbClr val="5F6B7C"/>
                </a:solidFill>
                <a:latin typeface="Aptos"/>
                <a:ea typeface="Aptos"/>
                <a:cs typeface="Aptos"/>
              </a:defRPr>
            </a:lvl6pPr>
            <a:lvl7pPr algn="l">
              <a:buNone/>
              <a:defRPr sz="1125" b="1">
                <a:solidFill>
                  <a:srgbClr val="5F6B7C"/>
                </a:solidFill>
                <a:latin typeface="Aptos"/>
                <a:ea typeface="Aptos"/>
                <a:cs typeface="Aptos"/>
              </a:defRPr>
            </a:lvl7pPr>
            <a:lvl8pPr algn="l">
              <a:buNone/>
              <a:defRPr sz="1125" b="1">
                <a:solidFill>
                  <a:srgbClr val="5F6B7C"/>
                </a:solidFill>
                <a:latin typeface="Aptos"/>
                <a:ea typeface="Aptos"/>
                <a:cs typeface="Aptos"/>
              </a:defRPr>
            </a:lvl8pPr>
            <a:lvl9pPr algn="l">
              <a:buNone/>
              <a:defRPr sz="1125" b="1">
                <a:solidFill>
                  <a:srgbClr val="5F6B7C"/>
                </a:solidFill>
                <a:latin typeface="Aptos"/>
                <a:ea typeface="Aptos"/>
                <a:cs typeface="Aptos"/>
              </a:defRPr>
            </a:lvl9pPr>
          </a:lstStyle>
          <a:p>
            <a:pPr algn="l">
              <a:buNone/>
              <a:defRPr sz="1125" b="1">
                <a:solidFill>
                  <a:srgbClr val="5F6B7C"/>
                </a:solidFill>
                <a:latin typeface="Aptos"/>
                <a:ea typeface="Aptos"/>
                <a:cs typeface="Aptos"/>
              </a:defRPr>
            </a:pPr>
            <a:r>
              <a:rPr sz="1125" b="1">
                <a:solidFill>
                  <a:srgbClr val="5F6B7C"/>
                </a:solidFill>
                <a:latin typeface="Aptos"/>
                <a:ea typeface="Aptos"/>
                <a:cs typeface="Aptos"/>
              </a:rPr>
              <a:t>Sau MaxPool</a:t>
            </a:r>
          </a:p>
        </p:txBody>
      </p:sp>
      <p:sp>
        <p:nvSpPr>
          <p:cNvPr id="32" name="dimension-output-bg-2">
            <a:extLst>
              <a:ext uri="{FF2B5EF4-FFF2-40B4-BE49-F238E27FC236}">
                <a16:creationId xmlns:a16="http://schemas.microsoft.com/office/drawing/2014/main" id="{0C3591DB-DFAD-4D3E-906F-F64FC9E6C9F1}"/>
              </a:ext>
            </a:extLst>
          </p:cNvPr>
          <p:cNvSpPr>
            <a:spLocks noGrp="1"/>
          </p:cNvSpPr>
          <p:nvPr/>
        </p:nvSpPr>
        <p:spPr>
          <a:xfrm>
            <a:off x="8305800" y="3790950"/>
            <a:ext cx="3048000" cy="457200"/>
          </a:xfrm>
          <a:prstGeom prst="roundRect">
            <a:avLst>
              <a:gd name="adj" fmla="val 16667"/>
            </a:avLst>
          </a:prstGeom>
          <a:solidFill>
            <a:srgbClr val="EEE8FF"/>
          </a:solidFill>
          <a:ln w="15240">
            <a:solidFill>
              <a:srgbClr val="735BB4"/>
            </a:solidFill>
            <a:prstDash val="solid"/>
          </a:ln>
        </p:spPr>
        <p:txBody>
          <a:bodyPr/>
          <a:lstStyle/>
          <a:p>
            <a:endParaRPr lang="en-US"/>
          </a:p>
        </p:txBody>
      </p:sp>
      <p:sp>
        <p:nvSpPr>
          <p:cNvPr id="33" name="dimension-output-2">
            <a:extLst>
              <a:ext uri="{FF2B5EF4-FFF2-40B4-BE49-F238E27FC236}">
                <a16:creationId xmlns:a16="http://schemas.microsoft.com/office/drawing/2014/main" id="{E643E03E-A116-4822-AE92-F39C5DDFA045}"/>
              </a:ext>
            </a:extLst>
          </p:cNvPr>
          <p:cNvSpPr>
            <a:spLocks noGrp="1"/>
          </p:cNvSpPr>
          <p:nvPr/>
        </p:nvSpPr>
        <p:spPr>
          <a:xfrm>
            <a:off x="8391525" y="3857625"/>
            <a:ext cx="2876550" cy="323850"/>
          </a:xfrm>
          <a:prstGeom prst="rect">
            <a:avLst/>
          </a:prstGeom>
          <a:noFill/>
          <a:ln w="0">
            <a:noFill/>
            <a:prstDash val="solid"/>
          </a:ln>
        </p:spPr>
        <p:txBody>
          <a:bodyPr lIns="0" tIns="0" rIns="0" bIns="0" anchor="ctr">
            <a:normAutofit/>
          </a:bodyPr>
          <a:lstStyle>
            <a:defPPr algn="ctr">
              <a:defRPr sz="1425" b="1">
                <a:solidFill>
                  <a:srgbClr val="142B4E"/>
                </a:solidFill>
                <a:latin typeface="Aptos"/>
                <a:ea typeface="Aptos"/>
                <a:cs typeface="Aptos"/>
              </a:defRPr>
            </a:defPPr>
            <a:lvl1pPr algn="ctr">
              <a:buNone/>
              <a:defRPr sz="1425" b="1">
                <a:solidFill>
                  <a:srgbClr val="142B4E"/>
                </a:solidFill>
                <a:latin typeface="Aptos"/>
                <a:ea typeface="Aptos"/>
                <a:cs typeface="Aptos"/>
              </a:defRPr>
            </a:lvl1pPr>
            <a:lvl2pPr algn="ctr">
              <a:buNone/>
              <a:defRPr sz="1425" b="1">
                <a:solidFill>
                  <a:srgbClr val="142B4E"/>
                </a:solidFill>
                <a:latin typeface="Aptos"/>
                <a:ea typeface="Aptos"/>
                <a:cs typeface="Aptos"/>
              </a:defRPr>
            </a:lvl2pPr>
            <a:lvl3pPr algn="ctr">
              <a:buNone/>
              <a:defRPr sz="1425" b="1">
                <a:solidFill>
                  <a:srgbClr val="142B4E"/>
                </a:solidFill>
                <a:latin typeface="Aptos"/>
                <a:ea typeface="Aptos"/>
                <a:cs typeface="Aptos"/>
              </a:defRPr>
            </a:lvl3pPr>
            <a:lvl4pPr algn="ctr">
              <a:buNone/>
              <a:defRPr sz="1425" b="1">
                <a:solidFill>
                  <a:srgbClr val="142B4E"/>
                </a:solidFill>
                <a:latin typeface="Aptos"/>
                <a:ea typeface="Aptos"/>
                <a:cs typeface="Aptos"/>
              </a:defRPr>
            </a:lvl4pPr>
            <a:lvl5pPr algn="ctr">
              <a:buNone/>
              <a:defRPr sz="1425" b="1">
                <a:solidFill>
                  <a:srgbClr val="142B4E"/>
                </a:solidFill>
                <a:latin typeface="Aptos"/>
                <a:ea typeface="Aptos"/>
                <a:cs typeface="Aptos"/>
              </a:defRPr>
            </a:lvl5pPr>
            <a:lvl6pPr algn="ctr">
              <a:buNone/>
              <a:defRPr sz="1425" b="1">
                <a:solidFill>
                  <a:srgbClr val="142B4E"/>
                </a:solidFill>
                <a:latin typeface="Aptos"/>
                <a:ea typeface="Aptos"/>
                <a:cs typeface="Aptos"/>
              </a:defRPr>
            </a:lvl6pPr>
            <a:lvl7pPr algn="ctr">
              <a:buNone/>
              <a:defRPr sz="1425" b="1">
                <a:solidFill>
                  <a:srgbClr val="142B4E"/>
                </a:solidFill>
                <a:latin typeface="Aptos"/>
                <a:ea typeface="Aptos"/>
                <a:cs typeface="Aptos"/>
              </a:defRPr>
            </a:lvl7pPr>
            <a:lvl8pPr algn="ctr">
              <a:buNone/>
              <a:defRPr sz="1425" b="1">
                <a:solidFill>
                  <a:srgbClr val="142B4E"/>
                </a:solidFill>
                <a:latin typeface="Aptos"/>
                <a:ea typeface="Aptos"/>
                <a:cs typeface="Aptos"/>
              </a:defRPr>
            </a:lvl8pPr>
            <a:lvl9pPr algn="ctr">
              <a:buNone/>
              <a:defRPr sz="1425" b="1">
                <a:solidFill>
                  <a:srgbClr val="142B4E"/>
                </a:solidFill>
                <a:latin typeface="Aptos"/>
                <a:ea typeface="Aptos"/>
                <a:cs typeface="Aptos"/>
              </a:defRPr>
            </a:lvl9pPr>
          </a:lstStyle>
          <a:p>
            <a:pPr algn="ctr">
              <a:buNone/>
              <a:defRPr sz="1425" b="1">
                <a:solidFill>
                  <a:srgbClr val="142B4E"/>
                </a:solidFill>
                <a:latin typeface="Aptos"/>
                <a:ea typeface="Aptos"/>
                <a:cs typeface="Aptos"/>
              </a:defRPr>
            </a:pPr>
            <a:r>
              <a:rPr sz="1425" b="1">
                <a:solidFill>
                  <a:srgbClr val="142B4E"/>
                </a:solidFill>
                <a:latin typeface="Aptos"/>
                <a:ea typeface="Aptos"/>
                <a:cs typeface="Aptos"/>
              </a:rPr>
              <a:t>384 × 4 × 4</a:t>
            </a:r>
          </a:p>
        </p:txBody>
      </p:sp>
      <p:sp>
        <p:nvSpPr>
          <p:cNvPr id="35" name="dimensions-note-bg">
            <a:extLst>
              <a:ext uri="{FF2B5EF4-FFF2-40B4-BE49-F238E27FC236}">
                <a16:creationId xmlns:a16="http://schemas.microsoft.com/office/drawing/2014/main" id="{2AD624F4-3676-44BA-8DD8-504A18C9A009}"/>
              </a:ext>
            </a:extLst>
          </p:cNvPr>
          <p:cNvSpPr>
            <a:spLocks noGrp="1"/>
          </p:cNvSpPr>
          <p:nvPr/>
        </p:nvSpPr>
        <p:spPr>
          <a:xfrm>
            <a:off x="2057400" y="5029200"/>
            <a:ext cx="8077200" cy="914400"/>
          </a:xfrm>
          <a:prstGeom prst="roundRect">
            <a:avLst>
              <a:gd name="adj" fmla="val 8333"/>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6" name="dimensions-note-title">
            <a:extLst>
              <a:ext uri="{FF2B5EF4-FFF2-40B4-BE49-F238E27FC236}">
                <a16:creationId xmlns:a16="http://schemas.microsoft.com/office/drawing/2014/main" id="{571A6019-62C1-4E60-AFEE-AFFF496A0469}"/>
              </a:ext>
            </a:extLst>
          </p:cNvPr>
          <p:cNvSpPr>
            <a:spLocks noGrp="1"/>
          </p:cNvSpPr>
          <p:nvPr/>
        </p:nvSpPr>
        <p:spPr>
          <a:xfrm>
            <a:off x="2228850" y="5153025"/>
            <a:ext cx="7734300" cy="257175"/>
          </a:xfrm>
          <a:prstGeom prst="rect">
            <a:avLst/>
          </a:prstGeom>
          <a:noFill/>
          <a:ln w="0">
            <a:noFill/>
            <a:prstDash val="solid"/>
          </a:ln>
        </p:spPr>
        <p:txBody>
          <a:bodyPr lIns="0" tIns="0" rIns="0" bIns="0" anchor="ctr">
            <a:normAutofit/>
          </a:bodyPr>
          <a:lstStyle>
            <a:defPPr algn="l">
              <a:defRPr sz="1388" b="1">
                <a:solidFill>
                  <a:srgbClr val="316EBE"/>
                </a:solidFill>
                <a:latin typeface="Aptos"/>
                <a:ea typeface="Aptos"/>
                <a:cs typeface="Aptos"/>
              </a:defRPr>
            </a:defPPr>
            <a:lvl1pPr algn="l">
              <a:buNone/>
              <a:defRPr sz="1388" b="1">
                <a:solidFill>
                  <a:srgbClr val="316EBE"/>
                </a:solidFill>
                <a:latin typeface="Aptos"/>
                <a:ea typeface="Aptos"/>
                <a:cs typeface="Aptos"/>
              </a:defRPr>
            </a:lvl1pPr>
            <a:lvl2pPr algn="l">
              <a:buNone/>
              <a:defRPr sz="1388" b="1">
                <a:solidFill>
                  <a:srgbClr val="316EBE"/>
                </a:solidFill>
                <a:latin typeface="Aptos"/>
                <a:ea typeface="Aptos"/>
                <a:cs typeface="Aptos"/>
              </a:defRPr>
            </a:lvl2pPr>
            <a:lvl3pPr algn="l">
              <a:buNone/>
              <a:defRPr sz="1388" b="1">
                <a:solidFill>
                  <a:srgbClr val="316EBE"/>
                </a:solidFill>
                <a:latin typeface="Aptos"/>
                <a:ea typeface="Aptos"/>
                <a:cs typeface="Aptos"/>
              </a:defRPr>
            </a:lvl3pPr>
            <a:lvl4pPr algn="l">
              <a:buNone/>
              <a:defRPr sz="1388" b="1">
                <a:solidFill>
                  <a:srgbClr val="316EBE"/>
                </a:solidFill>
                <a:latin typeface="Aptos"/>
                <a:ea typeface="Aptos"/>
                <a:cs typeface="Aptos"/>
              </a:defRPr>
            </a:lvl4pPr>
            <a:lvl5pPr algn="l">
              <a:buNone/>
              <a:defRPr sz="1388" b="1">
                <a:solidFill>
                  <a:srgbClr val="316EBE"/>
                </a:solidFill>
                <a:latin typeface="Aptos"/>
                <a:ea typeface="Aptos"/>
                <a:cs typeface="Aptos"/>
              </a:defRPr>
            </a:lvl5pPr>
            <a:lvl6pPr algn="l">
              <a:buNone/>
              <a:defRPr sz="1388" b="1">
                <a:solidFill>
                  <a:srgbClr val="316EBE"/>
                </a:solidFill>
                <a:latin typeface="Aptos"/>
                <a:ea typeface="Aptos"/>
                <a:cs typeface="Aptos"/>
              </a:defRPr>
            </a:lvl6pPr>
            <a:lvl7pPr algn="l">
              <a:buNone/>
              <a:defRPr sz="1388" b="1">
                <a:solidFill>
                  <a:srgbClr val="316EBE"/>
                </a:solidFill>
                <a:latin typeface="Aptos"/>
                <a:ea typeface="Aptos"/>
                <a:cs typeface="Aptos"/>
              </a:defRPr>
            </a:lvl7pPr>
            <a:lvl8pPr algn="l">
              <a:buNone/>
              <a:defRPr sz="1388" b="1">
                <a:solidFill>
                  <a:srgbClr val="316EBE"/>
                </a:solidFill>
                <a:latin typeface="Aptos"/>
                <a:ea typeface="Aptos"/>
                <a:cs typeface="Aptos"/>
              </a:defRPr>
            </a:lvl8pPr>
            <a:lvl9pPr algn="l">
              <a:buNone/>
              <a:defRPr sz="1388" b="1">
                <a:solidFill>
                  <a:srgbClr val="316EBE"/>
                </a:solidFill>
                <a:latin typeface="Aptos"/>
                <a:ea typeface="Aptos"/>
                <a:cs typeface="Aptos"/>
              </a:defRPr>
            </a:lvl9pPr>
          </a:lstStyle>
          <a:p>
            <a:pPr algn="l">
              <a:buNone/>
              <a:defRPr sz="1388" b="1">
                <a:solidFill>
                  <a:srgbClr val="316EBE"/>
                </a:solidFill>
                <a:latin typeface="Aptos"/>
                <a:ea typeface="Aptos"/>
                <a:cs typeface="Aptos"/>
              </a:defRPr>
            </a:pPr>
            <a:r>
              <a:rPr sz="1388" b="1">
                <a:solidFill>
                  <a:srgbClr val="316EBE"/>
                </a:solidFill>
                <a:latin typeface="Aptos"/>
                <a:ea typeface="Aptos"/>
                <a:cs typeface="Aptos"/>
              </a:rPr>
              <a:t>Mô hình đổi độ phân giải để tăng số kênh</a:t>
            </a:r>
          </a:p>
        </p:txBody>
      </p:sp>
      <p:sp>
        <p:nvSpPr>
          <p:cNvPr id="37" name="dimensions-note-body">
            <a:extLst>
              <a:ext uri="{FF2B5EF4-FFF2-40B4-BE49-F238E27FC236}">
                <a16:creationId xmlns:a16="http://schemas.microsoft.com/office/drawing/2014/main" id="{EB5FA13A-93D5-4105-B5C1-D22886EC7C19}"/>
              </a:ext>
            </a:extLst>
          </p:cNvPr>
          <p:cNvSpPr>
            <a:spLocks noGrp="1"/>
          </p:cNvSpPr>
          <p:nvPr/>
        </p:nvSpPr>
        <p:spPr>
          <a:xfrm>
            <a:off x="2228850" y="5495925"/>
            <a:ext cx="7734300" cy="342900"/>
          </a:xfrm>
          <a:prstGeom prst="rect">
            <a:avLst/>
          </a:prstGeom>
          <a:noFill/>
          <a:ln w="0">
            <a:noFill/>
            <a:prstDash val="solid"/>
          </a:ln>
        </p:spPr>
        <p:txBody>
          <a:bodyPr lIns="0" tIns="0" rIns="0" bIns="0" anchor="ctr">
            <a:normAutofit/>
          </a:bodyPr>
          <a:lstStyle>
            <a:defPPr algn="l">
              <a:defRPr sz="1238">
                <a:solidFill>
                  <a:srgbClr val="2D3748"/>
                </a:solidFill>
                <a:latin typeface="Aptos"/>
                <a:ea typeface="Aptos"/>
                <a:cs typeface="Aptos"/>
              </a:defRPr>
            </a:defPPr>
            <a:lvl1pPr algn="l">
              <a:buNone/>
              <a:defRPr sz="1238">
                <a:solidFill>
                  <a:srgbClr val="2D3748"/>
                </a:solidFill>
                <a:latin typeface="Aptos"/>
                <a:ea typeface="Aptos"/>
                <a:cs typeface="Aptos"/>
              </a:defRPr>
            </a:lvl1pPr>
            <a:lvl2pPr algn="l">
              <a:buNone/>
              <a:defRPr sz="1238">
                <a:solidFill>
                  <a:srgbClr val="2D3748"/>
                </a:solidFill>
                <a:latin typeface="Aptos"/>
                <a:ea typeface="Aptos"/>
                <a:cs typeface="Aptos"/>
              </a:defRPr>
            </a:lvl2pPr>
            <a:lvl3pPr algn="l">
              <a:buNone/>
              <a:defRPr sz="1238">
                <a:solidFill>
                  <a:srgbClr val="2D3748"/>
                </a:solidFill>
                <a:latin typeface="Aptos"/>
                <a:ea typeface="Aptos"/>
                <a:cs typeface="Aptos"/>
              </a:defRPr>
            </a:lvl3pPr>
            <a:lvl4pPr algn="l">
              <a:buNone/>
              <a:defRPr sz="1238">
                <a:solidFill>
                  <a:srgbClr val="2D3748"/>
                </a:solidFill>
                <a:latin typeface="Aptos"/>
                <a:ea typeface="Aptos"/>
                <a:cs typeface="Aptos"/>
              </a:defRPr>
            </a:lvl4pPr>
            <a:lvl5pPr algn="l">
              <a:buNone/>
              <a:defRPr sz="1238">
                <a:solidFill>
                  <a:srgbClr val="2D3748"/>
                </a:solidFill>
                <a:latin typeface="Aptos"/>
                <a:ea typeface="Aptos"/>
                <a:cs typeface="Aptos"/>
              </a:defRPr>
            </a:lvl5pPr>
            <a:lvl6pPr algn="l">
              <a:buNone/>
              <a:defRPr sz="1238">
                <a:solidFill>
                  <a:srgbClr val="2D3748"/>
                </a:solidFill>
                <a:latin typeface="Aptos"/>
                <a:ea typeface="Aptos"/>
                <a:cs typeface="Aptos"/>
              </a:defRPr>
            </a:lvl6pPr>
            <a:lvl7pPr algn="l">
              <a:buNone/>
              <a:defRPr sz="1238">
                <a:solidFill>
                  <a:srgbClr val="2D3748"/>
                </a:solidFill>
                <a:latin typeface="Aptos"/>
                <a:ea typeface="Aptos"/>
                <a:cs typeface="Aptos"/>
              </a:defRPr>
            </a:lvl7pPr>
            <a:lvl8pPr algn="l">
              <a:buNone/>
              <a:defRPr sz="1238">
                <a:solidFill>
                  <a:srgbClr val="2D3748"/>
                </a:solidFill>
                <a:latin typeface="Aptos"/>
                <a:ea typeface="Aptos"/>
                <a:cs typeface="Aptos"/>
              </a:defRPr>
            </a:lvl8pPr>
            <a:lvl9pPr algn="l">
              <a:buNone/>
              <a:defRPr sz="1238">
                <a:solidFill>
                  <a:srgbClr val="2D3748"/>
                </a:solidFill>
                <a:latin typeface="Aptos"/>
                <a:ea typeface="Aptos"/>
                <a:cs typeface="Aptos"/>
              </a:defRPr>
            </a:lvl9pPr>
          </a:lstStyle>
          <a:p>
            <a:pPr algn="l">
              <a:lnSpc>
                <a:spcPct val="110000"/>
              </a:lnSpc>
              <a:buNone/>
              <a:defRPr sz="1238">
                <a:solidFill>
                  <a:srgbClr val="2D3748"/>
                </a:solidFill>
                <a:latin typeface="Aptos"/>
                <a:ea typeface="Aptos"/>
                <a:cs typeface="Aptos"/>
              </a:defRPr>
            </a:pPr>
            <a:r>
              <a:rPr lang="en-US" sz="1238" err="1">
                <a:solidFill>
                  <a:srgbClr val="2D3748"/>
                </a:solidFill>
                <a:latin typeface="Aptos"/>
                <a:ea typeface="Aptos"/>
                <a:cs typeface="Aptos"/>
              </a:rPr>
              <a:t>Không</a:t>
            </a:r>
            <a:r>
              <a:rPr sz="1238">
                <a:solidFill>
                  <a:srgbClr val="2D3748"/>
                </a:solidFill>
                <a:latin typeface="Aptos"/>
                <a:ea typeface="Aptos"/>
                <a:cs typeface="Aptos"/>
              </a:rPr>
              <a:t> </a:t>
            </a:r>
            <a:r>
              <a:rPr lang="en-US" sz="1238" err="1">
                <a:solidFill>
                  <a:srgbClr val="2D3748"/>
                </a:solidFill>
                <a:latin typeface="Aptos"/>
                <a:ea typeface="Aptos"/>
                <a:cs typeface="Aptos"/>
              </a:rPr>
              <a:t>gian</a:t>
            </a:r>
            <a:r>
              <a:rPr sz="1238">
                <a:solidFill>
                  <a:srgbClr val="2D3748"/>
                </a:solidFill>
                <a:latin typeface="Aptos"/>
                <a:ea typeface="Aptos"/>
                <a:cs typeface="Aptos"/>
              </a:rPr>
              <a:t> </a:t>
            </a:r>
            <a:r>
              <a:rPr lang="en-US" sz="1238" err="1">
                <a:solidFill>
                  <a:srgbClr val="2D3748"/>
                </a:solidFill>
                <a:latin typeface="Aptos"/>
                <a:ea typeface="Aptos"/>
                <a:cs typeface="Aptos"/>
              </a:rPr>
              <a:t>giảm</a:t>
            </a:r>
            <a:r>
              <a:rPr sz="1238">
                <a:solidFill>
                  <a:srgbClr val="2D3748"/>
                </a:solidFill>
                <a:latin typeface="Aptos"/>
                <a:ea typeface="Aptos"/>
                <a:cs typeface="Aptos"/>
              </a:rPr>
              <a:t> 32→16→8→4, </a:t>
            </a:r>
            <a:r>
              <a:rPr lang="en-US" sz="1238" err="1">
                <a:solidFill>
                  <a:srgbClr val="2D3748"/>
                </a:solidFill>
                <a:latin typeface="Aptos"/>
                <a:ea typeface="Aptos"/>
                <a:cs typeface="Aptos"/>
              </a:rPr>
              <a:t>còn</a:t>
            </a:r>
            <a:r>
              <a:rPr sz="1238">
                <a:solidFill>
                  <a:srgbClr val="2D3748"/>
                </a:solidFill>
                <a:latin typeface="Aptos"/>
                <a:ea typeface="Aptos"/>
                <a:cs typeface="Aptos"/>
              </a:rPr>
              <a:t> </a:t>
            </a:r>
            <a:r>
              <a:rPr lang="en-US" sz="1238" err="1">
                <a:solidFill>
                  <a:srgbClr val="2D3748"/>
                </a:solidFill>
                <a:latin typeface="Aptos"/>
                <a:ea typeface="Aptos"/>
                <a:cs typeface="Aptos"/>
              </a:rPr>
              <a:t>độ</a:t>
            </a:r>
            <a:r>
              <a:rPr sz="1238">
                <a:solidFill>
                  <a:srgbClr val="2D3748"/>
                </a:solidFill>
                <a:latin typeface="Aptos"/>
                <a:ea typeface="Aptos"/>
                <a:cs typeface="Aptos"/>
              </a:rPr>
              <a:t> </a:t>
            </a:r>
            <a:r>
              <a:rPr lang="en-US" sz="1238" err="1">
                <a:solidFill>
                  <a:srgbClr val="2D3748"/>
                </a:solidFill>
                <a:latin typeface="Aptos"/>
                <a:ea typeface="Aptos"/>
                <a:cs typeface="Aptos"/>
              </a:rPr>
              <a:t>sâu</a:t>
            </a:r>
            <a:r>
              <a:rPr sz="1238">
                <a:solidFill>
                  <a:srgbClr val="2D3748"/>
                </a:solidFill>
                <a:latin typeface="Aptos"/>
                <a:ea typeface="Aptos"/>
                <a:cs typeface="Aptos"/>
              </a:rPr>
              <a:t> </a:t>
            </a:r>
            <a:r>
              <a:rPr lang="en-US" sz="1238" err="1">
                <a:solidFill>
                  <a:srgbClr val="2D3748"/>
                </a:solidFill>
                <a:latin typeface="Aptos"/>
                <a:ea typeface="Aptos"/>
                <a:cs typeface="Aptos"/>
              </a:rPr>
              <a:t>đặc</a:t>
            </a:r>
            <a:r>
              <a:rPr sz="1238">
                <a:solidFill>
                  <a:srgbClr val="2D3748"/>
                </a:solidFill>
                <a:latin typeface="Aptos"/>
                <a:ea typeface="Aptos"/>
                <a:cs typeface="Aptos"/>
              </a:rPr>
              <a:t> </a:t>
            </a:r>
            <a:r>
              <a:rPr lang="vi-VN" sz="1238" err="1">
                <a:solidFill>
                  <a:srgbClr val="2D3748"/>
                </a:solidFill>
                <a:latin typeface="Aptos"/>
                <a:ea typeface="Aptos"/>
                <a:cs typeface="Aptos"/>
              </a:rPr>
              <a:t>trưng</a:t>
            </a:r>
            <a:r>
              <a:rPr sz="1238">
                <a:solidFill>
                  <a:srgbClr val="2D3748"/>
                </a:solidFill>
                <a:latin typeface="Aptos"/>
                <a:ea typeface="Aptos"/>
                <a:cs typeface="Aptos"/>
              </a:rPr>
              <a:t> </a:t>
            </a:r>
            <a:r>
              <a:rPr lang="en-US" sz="1238" err="1">
                <a:solidFill>
                  <a:srgbClr val="2D3748"/>
                </a:solidFill>
                <a:latin typeface="Aptos"/>
                <a:ea typeface="Aptos"/>
                <a:cs typeface="Aptos"/>
              </a:rPr>
              <a:t>tăng</a:t>
            </a:r>
            <a:r>
              <a:rPr sz="1238">
                <a:solidFill>
                  <a:srgbClr val="2D3748"/>
                </a:solidFill>
                <a:latin typeface="Aptos"/>
                <a:ea typeface="Aptos"/>
                <a:cs typeface="Aptos"/>
              </a:rPr>
              <a:t> 3→96→192→384.</a:t>
            </a:r>
          </a:p>
        </p:txBody>
      </p:sp>
      <p:sp>
        <p:nvSpPr>
          <p:cNvPr id="40" name="TextBox 39">
            <a:extLst>
              <a:ext uri="{FF2B5EF4-FFF2-40B4-BE49-F238E27FC236}">
                <a16:creationId xmlns:a16="http://schemas.microsoft.com/office/drawing/2014/main" id="{31AB53D0-F239-2A37-C786-6991F8BD421D}"/>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12</a:t>
            </a:r>
            <a:endParaRPr sz="1000" b="0" i="0">
              <a:solidFill>
                <a:srgbClr val="5F6B7C"/>
              </a:solidFill>
              <a:latin typeface="Aptos"/>
            </a:endParaRPr>
          </a:p>
        </p:txBody>
      </p:sp>
    </p:spTree>
    <p:extLst>
      <p:ext uri="{BB962C8B-B14F-4D97-AF65-F5344CB8AC3E}">
        <p14:creationId xmlns:p14="http://schemas.microsoft.com/office/powerpoint/2010/main" val="1558269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6">
            <a:extLst>
              <a:ext uri="{FF2B5EF4-FFF2-40B4-BE49-F238E27FC236}">
                <a16:creationId xmlns:a16="http://schemas.microsoft.com/office/drawing/2014/main" id="{0E9F3D6B-BD12-4399-BB88-B51E826D089A}"/>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lgn="l">
              <a:buNone/>
              <a:defRPr sz="2550" b="1">
                <a:solidFill>
                  <a:srgbClr val="142B4E"/>
                </a:solidFill>
                <a:latin typeface="Aptos"/>
                <a:ea typeface="Aptos"/>
                <a:cs typeface="Aptos"/>
              </a:defRPr>
            </a:pPr>
            <a:r>
              <a:rPr sz="2550" b="1">
                <a:solidFill>
                  <a:srgbClr val="142B4E"/>
                </a:solidFill>
                <a:latin typeface="Aptos"/>
                <a:ea typeface="Aptos"/>
                <a:cs typeface="Aptos"/>
              </a:rPr>
              <a:t>Quy trình huấn luyện và chọn checkpoint</a:t>
            </a:r>
          </a:p>
        </p:txBody>
      </p:sp>
      <p:sp>
        <p:nvSpPr>
          <p:cNvPr id="2" name="subtitle-6">
            <a:extLst>
              <a:ext uri="{FF2B5EF4-FFF2-40B4-BE49-F238E27FC236}">
                <a16:creationId xmlns:a16="http://schemas.microsoft.com/office/drawing/2014/main" id="{5C6D09CE-1A7F-4EC2-9B7E-4D56C2E2F13A}"/>
              </a:ext>
            </a:extLst>
          </p:cNvPr>
          <p:cNvSpPr>
            <a:spLocks noGrp="1"/>
          </p:cNvSpPr>
          <p:nvPr/>
        </p:nvSpPr>
        <p:spPr>
          <a:xfrm>
            <a:off x="561975" y="790575"/>
            <a:ext cx="10972800" cy="266700"/>
          </a:xfrm>
          <a:prstGeom prst="rect">
            <a:avLst/>
          </a:prstGeom>
          <a:noFill/>
          <a:ln w="0">
            <a:noFill/>
            <a:prstDash val="solid"/>
          </a:ln>
        </p:spPr>
        <p:txBody>
          <a:bodyPr lIns="0" tIns="0" rIns="0" bIns="0" anchor="ctr">
            <a:normAutofit/>
          </a:bodyPr>
          <a:lstStyle>
            <a:defPPr algn="l">
              <a:defRPr sz="1200">
                <a:solidFill>
                  <a:srgbClr val="5F6B7C"/>
                </a:solidFill>
                <a:latin typeface="Aptos"/>
                <a:ea typeface="Aptos"/>
                <a:cs typeface="Aptos"/>
              </a:defRPr>
            </a:defPPr>
            <a:lvl1pPr algn="l">
              <a:buNone/>
              <a:defRPr sz="1200">
                <a:solidFill>
                  <a:srgbClr val="5F6B7C"/>
                </a:solidFill>
                <a:latin typeface="Aptos"/>
                <a:ea typeface="Aptos"/>
                <a:cs typeface="Aptos"/>
              </a:defRPr>
            </a:lvl1pPr>
            <a:lvl2pPr algn="l">
              <a:buNone/>
              <a:defRPr sz="1200">
                <a:solidFill>
                  <a:srgbClr val="5F6B7C"/>
                </a:solidFill>
                <a:latin typeface="Aptos"/>
                <a:ea typeface="Aptos"/>
                <a:cs typeface="Aptos"/>
              </a:defRPr>
            </a:lvl2pPr>
            <a:lvl3pPr algn="l">
              <a:buNone/>
              <a:defRPr sz="1200">
                <a:solidFill>
                  <a:srgbClr val="5F6B7C"/>
                </a:solidFill>
                <a:latin typeface="Aptos"/>
                <a:ea typeface="Aptos"/>
                <a:cs typeface="Aptos"/>
              </a:defRPr>
            </a:lvl3pPr>
            <a:lvl4pPr algn="l">
              <a:buNone/>
              <a:defRPr sz="1200">
                <a:solidFill>
                  <a:srgbClr val="5F6B7C"/>
                </a:solidFill>
                <a:latin typeface="Aptos"/>
                <a:ea typeface="Aptos"/>
                <a:cs typeface="Aptos"/>
              </a:defRPr>
            </a:lvl4pPr>
            <a:lvl5pPr algn="l">
              <a:buNone/>
              <a:defRPr sz="1200">
                <a:solidFill>
                  <a:srgbClr val="5F6B7C"/>
                </a:solidFill>
                <a:latin typeface="Aptos"/>
                <a:ea typeface="Aptos"/>
                <a:cs typeface="Aptos"/>
              </a:defRPr>
            </a:lvl5pPr>
            <a:lvl6pPr algn="l">
              <a:buNone/>
              <a:defRPr sz="1200">
                <a:solidFill>
                  <a:srgbClr val="5F6B7C"/>
                </a:solidFill>
                <a:latin typeface="Aptos"/>
                <a:ea typeface="Aptos"/>
                <a:cs typeface="Aptos"/>
              </a:defRPr>
            </a:lvl6pPr>
            <a:lvl7pPr algn="l">
              <a:buNone/>
              <a:defRPr sz="1200">
                <a:solidFill>
                  <a:srgbClr val="5F6B7C"/>
                </a:solidFill>
                <a:latin typeface="Aptos"/>
                <a:ea typeface="Aptos"/>
                <a:cs typeface="Aptos"/>
              </a:defRPr>
            </a:lvl7pPr>
            <a:lvl8pPr algn="l">
              <a:buNone/>
              <a:defRPr sz="1200">
                <a:solidFill>
                  <a:srgbClr val="5F6B7C"/>
                </a:solidFill>
                <a:latin typeface="Aptos"/>
                <a:ea typeface="Aptos"/>
                <a:cs typeface="Aptos"/>
              </a:defRPr>
            </a:lvl8pPr>
            <a:lvl9pPr algn="l">
              <a:buNone/>
              <a:defRPr sz="1200">
                <a:solidFill>
                  <a:srgbClr val="5F6B7C"/>
                </a:solidFill>
                <a:latin typeface="Aptos"/>
                <a:ea typeface="Aptos"/>
                <a:cs typeface="Aptos"/>
              </a:defRPr>
            </a:lvl9pPr>
          </a:lstStyle>
          <a:p>
            <a:pPr algn="l">
              <a:buNone/>
              <a:defRPr sz="1200">
                <a:solidFill>
                  <a:srgbClr val="5F6B7C"/>
                </a:solidFill>
                <a:latin typeface="Aptos"/>
                <a:ea typeface="Aptos"/>
                <a:cs typeface="Aptos"/>
              </a:defRPr>
            </a:pPr>
            <a:r>
              <a:rPr sz="1200">
                <a:solidFill>
                  <a:srgbClr val="5F6B7C"/>
                </a:solidFill>
                <a:latin typeface="Aptos"/>
                <a:ea typeface="Aptos"/>
                <a:cs typeface="Aptos"/>
              </a:rPr>
              <a:t>Train cập nhật trọng số; validation theo dõi chất lượng và quyết định lúc dừng.</a:t>
            </a:r>
          </a:p>
        </p:txBody>
      </p:sp>
      <p:sp>
        <p:nvSpPr>
          <p:cNvPr id="3" name="rule-6">
            <a:extLst>
              <a:ext uri="{FF2B5EF4-FFF2-40B4-BE49-F238E27FC236}">
                <a16:creationId xmlns:a16="http://schemas.microsoft.com/office/drawing/2014/main" id="{47109BCC-1A3E-46FF-9AD8-D7DB15AE4127}"/>
              </a:ext>
            </a:extLst>
          </p:cNvPr>
          <p:cNvSpPr>
            <a:spLocks noGrp="1"/>
          </p:cNvSpPr>
          <p:nvPr/>
        </p:nvSpPr>
        <p:spPr>
          <a:xfrm>
            <a:off x="533400" y="1152525"/>
            <a:ext cx="1009650" cy="47625"/>
          </a:xfrm>
          <a:prstGeom prst="rect">
            <a:avLst/>
          </a:prstGeom>
          <a:solidFill>
            <a:srgbClr val="316EBE"/>
          </a:solidFill>
          <a:ln w="0">
            <a:no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train-step-0-bg">
            <a:extLst>
              <a:ext uri="{FF2B5EF4-FFF2-40B4-BE49-F238E27FC236}">
                <a16:creationId xmlns:a16="http://schemas.microsoft.com/office/drawing/2014/main" id="{E72D797B-DB2E-4965-9436-1FE6420D6226}"/>
              </a:ext>
            </a:extLst>
          </p:cNvPr>
          <p:cNvSpPr>
            <a:spLocks noGrp="1"/>
          </p:cNvSpPr>
          <p:nvPr/>
        </p:nvSpPr>
        <p:spPr>
          <a:xfrm>
            <a:off x="685800" y="1762125"/>
            <a:ext cx="1752600" cy="1085850"/>
          </a:xfrm>
          <a:prstGeom prst="roundRect">
            <a:avLst>
              <a:gd name="adj" fmla="val 7018"/>
            </a:avLst>
          </a:prstGeom>
          <a:solidFill>
            <a:srgbClr val="E1EEFF"/>
          </a:solidFill>
          <a:ln w="15240">
            <a:solidFill>
              <a:srgbClr val="316EB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train-step-0-title">
            <a:extLst>
              <a:ext uri="{FF2B5EF4-FFF2-40B4-BE49-F238E27FC236}">
                <a16:creationId xmlns:a16="http://schemas.microsoft.com/office/drawing/2014/main" id="{2AF57E63-BF48-4411-A342-0E6F44B1B2CE}"/>
              </a:ext>
            </a:extLst>
          </p:cNvPr>
          <p:cNvSpPr>
            <a:spLocks noGrp="1"/>
          </p:cNvSpPr>
          <p:nvPr/>
        </p:nvSpPr>
        <p:spPr>
          <a:xfrm>
            <a:off x="771525" y="1876425"/>
            <a:ext cx="1581150" cy="266700"/>
          </a:xfrm>
          <a:prstGeom prst="rect">
            <a:avLst/>
          </a:prstGeom>
          <a:noFill/>
          <a:ln w="0">
            <a:noFill/>
            <a:prstDash val="solid"/>
          </a:ln>
        </p:spPr>
        <p:txBody>
          <a:bodyPr lIns="0" tIns="0" rIns="0" bIns="0" anchor="ctr">
            <a:normAutofit/>
          </a:bodyPr>
          <a:lstStyle>
            <a:defPPr algn="ctr">
              <a:defRPr sz="1313" b="1">
                <a:solidFill>
                  <a:srgbClr val="142B4E"/>
                </a:solidFill>
                <a:latin typeface="Aptos"/>
                <a:ea typeface="Aptos"/>
                <a:cs typeface="Aptos"/>
              </a:defRPr>
            </a:defPPr>
            <a:lvl1pPr algn="ctr">
              <a:buNone/>
              <a:defRPr sz="1313" b="1">
                <a:solidFill>
                  <a:srgbClr val="142B4E"/>
                </a:solidFill>
                <a:latin typeface="Aptos"/>
                <a:ea typeface="Aptos"/>
                <a:cs typeface="Aptos"/>
              </a:defRPr>
            </a:lvl1pPr>
            <a:lvl2pPr algn="ctr">
              <a:buNone/>
              <a:defRPr sz="1313" b="1">
                <a:solidFill>
                  <a:srgbClr val="142B4E"/>
                </a:solidFill>
                <a:latin typeface="Aptos"/>
                <a:ea typeface="Aptos"/>
                <a:cs typeface="Aptos"/>
              </a:defRPr>
            </a:lvl2pPr>
            <a:lvl3pPr algn="ctr">
              <a:buNone/>
              <a:defRPr sz="1313" b="1">
                <a:solidFill>
                  <a:srgbClr val="142B4E"/>
                </a:solidFill>
                <a:latin typeface="Aptos"/>
                <a:ea typeface="Aptos"/>
                <a:cs typeface="Aptos"/>
              </a:defRPr>
            </a:lvl3pPr>
            <a:lvl4pPr algn="ctr">
              <a:buNone/>
              <a:defRPr sz="1313" b="1">
                <a:solidFill>
                  <a:srgbClr val="142B4E"/>
                </a:solidFill>
                <a:latin typeface="Aptos"/>
                <a:ea typeface="Aptos"/>
                <a:cs typeface="Aptos"/>
              </a:defRPr>
            </a:lvl4pPr>
            <a:lvl5pPr algn="ctr">
              <a:buNone/>
              <a:defRPr sz="1313" b="1">
                <a:solidFill>
                  <a:srgbClr val="142B4E"/>
                </a:solidFill>
                <a:latin typeface="Aptos"/>
                <a:ea typeface="Aptos"/>
                <a:cs typeface="Aptos"/>
              </a:defRPr>
            </a:lvl5pPr>
            <a:lvl6pPr algn="ctr">
              <a:buNone/>
              <a:defRPr sz="1313" b="1">
                <a:solidFill>
                  <a:srgbClr val="142B4E"/>
                </a:solidFill>
                <a:latin typeface="Aptos"/>
                <a:ea typeface="Aptos"/>
                <a:cs typeface="Aptos"/>
              </a:defRPr>
            </a:lvl6pPr>
            <a:lvl7pPr algn="ctr">
              <a:buNone/>
              <a:defRPr sz="1313" b="1">
                <a:solidFill>
                  <a:srgbClr val="142B4E"/>
                </a:solidFill>
                <a:latin typeface="Aptos"/>
                <a:ea typeface="Aptos"/>
                <a:cs typeface="Aptos"/>
              </a:defRPr>
            </a:lvl7pPr>
            <a:lvl8pPr algn="ctr">
              <a:buNone/>
              <a:defRPr sz="1313" b="1">
                <a:solidFill>
                  <a:srgbClr val="142B4E"/>
                </a:solidFill>
                <a:latin typeface="Aptos"/>
                <a:ea typeface="Aptos"/>
                <a:cs typeface="Aptos"/>
              </a:defRPr>
            </a:lvl8pPr>
            <a:lvl9pPr algn="ctr">
              <a:buNone/>
              <a:defRPr sz="1313" b="1">
                <a:solidFill>
                  <a:srgbClr val="142B4E"/>
                </a:solidFill>
                <a:latin typeface="Aptos"/>
                <a:ea typeface="Aptos"/>
                <a:cs typeface="Aptos"/>
              </a:defRPr>
            </a:lvl9pPr>
          </a:lstStyle>
          <a:p>
            <a:pPr algn="ctr">
              <a:buNone/>
              <a:defRPr sz="1313" b="1">
                <a:solidFill>
                  <a:srgbClr val="142B4E"/>
                </a:solidFill>
                <a:latin typeface="Aptos"/>
                <a:ea typeface="Aptos"/>
                <a:cs typeface="Aptos"/>
              </a:defRPr>
            </a:pPr>
            <a:r>
              <a:rPr sz="1313" b="1">
                <a:solidFill>
                  <a:srgbClr val="142B4E"/>
                </a:solidFill>
                <a:latin typeface="Aptos"/>
                <a:ea typeface="Aptos"/>
                <a:cs typeface="Aptos"/>
              </a:rPr>
              <a:t>Batch ảnh</a:t>
            </a:r>
          </a:p>
        </p:txBody>
      </p:sp>
      <p:sp>
        <p:nvSpPr>
          <p:cNvPr id="7" name="train-step-0-body">
            <a:extLst>
              <a:ext uri="{FF2B5EF4-FFF2-40B4-BE49-F238E27FC236}">
                <a16:creationId xmlns:a16="http://schemas.microsoft.com/office/drawing/2014/main" id="{ADCD6322-9CF1-4DA2-A464-2553E21CC42D}"/>
              </a:ext>
            </a:extLst>
          </p:cNvPr>
          <p:cNvSpPr>
            <a:spLocks noGrp="1"/>
          </p:cNvSpPr>
          <p:nvPr/>
        </p:nvSpPr>
        <p:spPr>
          <a:xfrm>
            <a:off x="781050" y="2219325"/>
            <a:ext cx="1562100" cy="533400"/>
          </a:xfrm>
          <a:prstGeom prst="rect">
            <a:avLst/>
          </a:prstGeom>
          <a:noFill/>
          <a:ln w="0">
            <a:noFill/>
            <a:prstDash val="solid"/>
          </a:ln>
        </p:spPr>
        <p:txBody>
          <a:bodyPr lIns="0" tIns="0" rIns="0" bIns="0" anchor="ctr">
            <a:normAutofit/>
          </a:bodyPr>
          <a:lstStyle>
            <a:defPPr algn="ctr">
              <a:defRPr sz="1163">
                <a:solidFill>
                  <a:srgbClr val="142B4E"/>
                </a:solidFill>
                <a:latin typeface="Aptos"/>
                <a:ea typeface="Aptos"/>
                <a:cs typeface="Aptos"/>
              </a:defRPr>
            </a:defPPr>
            <a:lvl1pPr algn="ctr">
              <a:buNone/>
              <a:defRPr sz="1163">
                <a:solidFill>
                  <a:srgbClr val="142B4E"/>
                </a:solidFill>
                <a:latin typeface="Aptos"/>
                <a:ea typeface="Aptos"/>
                <a:cs typeface="Aptos"/>
              </a:defRPr>
            </a:lvl1pPr>
            <a:lvl2pPr algn="ctr">
              <a:buNone/>
              <a:defRPr sz="1163">
                <a:solidFill>
                  <a:srgbClr val="142B4E"/>
                </a:solidFill>
                <a:latin typeface="Aptos"/>
                <a:ea typeface="Aptos"/>
                <a:cs typeface="Aptos"/>
              </a:defRPr>
            </a:lvl2pPr>
            <a:lvl3pPr algn="ctr">
              <a:buNone/>
              <a:defRPr sz="1163">
                <a:solidFill>
                  <a:srgbClr val="142B4E"/>
                </a:solidFill>
                <a:latin typeface="Aptos"/>
                <a:ea typeface="Aptos"/>
                <a:cs typeface="Aptos"/>
              </a:defRPr>
            </a:lvl3pPr>
            <a:lvl4pPr algn="ctr">
              <a:buNone/>
              <a:defRPr sz="1163">
                <a:solidFill>
                  <a:srgbClr val="142B4E"/>
                </a:solidFill>
                <a:latin typeface="Aptos"/>
                <a:ea typeface="Aptos"/>
                <a:cs typeface="Aptos"/>
              </a:defRPr>
            </a:lvl4pPr>
            <a:lvl5pPr algn="ctr">
              <a:buNone/>
              <a:defRPr sz="1163">
                <a:solidFill>
                  <a:srgbClr val="142B4E"/>
                </a:solidFill>
                <a:latin typeface="Aptos"/>
                <a:ea typeface="Aptos"/>
                <a:cs typeface="Aptos"/>
              </a:defRPr>
            </a:lvl5pPr>
            <a:lvl6pPr algn="ctr">
              <a:buNone/>
              <a:defRPr sz="1163">
                <a:solidFill>
                  <a:srgbClr val="142B4E"/>
                </a:solidFill>
                <a:latin typeface="Aptos"/>
                <a:ea typeface="Aptos"/>
                <a:cs typeface="Aptos"/>
              </a:defRPr>
            </a:lvl6pPr>
            <a:lvl7pPr algn="ctr">
              <a:buNone/>
              <a:defRPr sz="1163">
                <a:solidFill>
                  <a:srgbClr val="142B4E"/>
                </a:solidFill>
                <a:latin typeface="Aptos"/>
                <a:ea typeface="Aptos"/>
                <a:cs typeface="Aptos"/>
              </a:defRPr>
            </a:lvl7pPr>
            <a:lvl8pPr algn="ctr">
              <a:buNone/>
              <a:defRPr sz="1163">
                <a:solidFill>
                  <a:srgbClr val="142B4E"/>
                </a:solidFill>
                <a:latin typeface="Aptos"/>
                <a:ea typeface="Aptos"/>
                <a:cs typeface="Aptos"/>
              </a:defRPr>
            </a:lvl8pPr>
            <a:lvl9pPr algn="ctr">
              <a:buNone/>
              <a:defRPr sz="1163">
                <a:solidFill>
                  <a:srgbClr val="142B4E"/>
                </a:solidFill>
                <a:latin typeface="Aptos"/>
                <a:ea typeface="Aptos"/>
                <a:cs typeface="Aptos"/>
              </a:defRPr>
            </a:lvl9pPr>
          </a:lstStyle>
          <a:p>
            <a:pPr algn="ctr">
              <a:lnSpc>
                <a:spcPct val="106000"/>
              </a:lnSpc>
              <a:buNone/>
              <a:defRPr sz="1163">
                <a:solidFill>
                  <a:srgbClr val="142B4E"/>
                </a:solidFill>
                <a:latin typeface="Aptos"/>
                <a:ea typeface="Aptos"/>
                <a:cs typeface="Aptos"/>
              </a:defRPr>
            </a:pPr>
            <a:r>
              <a:rPr sz="1163">
                <a:solidFill>
                  <a:srgbClr val="142B4E"/>
                </a:solidFill>
                <a:latin typeface="Aptos"/>
                <a:ea typeface="Aptos"/>
                <a:cs typeface="Aptos"/>
              </a:rPr>
              <a:t>128 ảnh tối đa</a:t>
            </a:r>
          </a:p>
        </p:txBody>
      </p:sp>
      <p:sp>
        <p:nvSpPr>
          <p:cNvPr id="8" name="train-link-0">
            <a:extLst>
              <a:ext uri="{FF2B5EF4-FFF2-40B4-BE49-F238E27FC236}">
                <a16:creationId xmlns:a16="http://schemas.microsoft.com/office/drawing/2014/main" id="{3BA92290-254E-457C-9DEC-3E946EA3CDAF}"/>
              </a:ext>
            </a:extLst>
          </p:cNvPr>
          <p:cNvSpPr>
            <a:spLocks noGrp="1"/>
          </p:cNvSpPr>
          <p:nvPr/>
        </p:nvSpPr>
        <p:spPr>
          <a:xfrm>
            <a:off x="2476500" y="2305050"/>
            <a:ext cx="438150" cy="0"/>
          </a:xfrm>
          <a:prstGeom prst="line">
            <a:avLst/>
          </a:prstGeom>
          <a:noFill/>
          <a:ln w="19050">
            <a:solidFill>
              <a:srgbClr val="5F6B7C"/>
            </a:solidFill>
            <a:prstDash val="solid"/>
          </a:ln>
        </p:spPr>
        <p:txBody>
          <a:bodyPr/>
          <a:lstStyle/>
          <a:p>
            <a:endParaRPr lang="en-US"/>
          </a:p>
        </p:txBody>
      </p:sp>
      <p:sp>
        <p:nvSpPr>
          <p:cNvPr id="9" name="train-step-1-bg">
            <a:extLst>
              <a:ext uri="{FF2B5EF4-FFF2-40B4-BE49-F238E27FC236}">
                <a16:creationId xmlns:a16="http://schemas.microsoft.com/office/drawing/2014/main" id="{774443FE-769D-409A-9B4D-F34D914C3CDE}"/>
              </a:ext>
            </a:extLst>
          </p:cNvPr>
          <p:cNvSpPr>
            <a:spLocks noGrp="1"/>
          </p:cNvSpPr>
          <p:nvPr/>
        </p:nvSpPr>
        <p:spPr>
          <a:xfrm>
            <a:off x="2952750" y="1762125"/>
            <a:ext cx="1752600" cy="1085850"/>
          </a:xfrm>
          <a:prstGeom prst="roundRect">
            <a:avLst>
              <a:gd name="adj" fmla="val 7018"/>
            </a:avLst>
          </a:prstGeom>
          <a:solidFill>
            <a:srgbClr val="E1EEFF"/>
          </a:solidFill>
          <a:ln w="15240">
            <a:solidFill>
              <a:srgbClr val="316EB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train-step-1-title">
            <a:extLst>
              <a:ext uri="{FF2B5EF4-FFF2-40B4-BE49-F238E27FC236}">
                <a16:creationId xmlns:a16="http://schemas.microsoft.com/office/drawing/2014/main" id="{55C17E7C-D16F-4091-BE43-8D44FA3F95FF}"/>
              </a:ext>
            </a:extLst>
          </p:cNvPr>
          <p:cNvSpPr>
            <a:spLocks noGrp="1"/>
          </p:cNvSpPr>
          <p:nvPr/>
        </p:nvSpPr>
        <p:spPr>
          <a:xfrm>
            <a:off x="3038475" y="1876425"/>
            <a:ext cx="1581150" cy="266700"/>
          </a:xfrm>
          <a:prstGeom prst="rect">
            <a:avLst/>
          </a:prstGeom>
          <a:noFill/>
          <a:ln w="0">
            <a:noFill/>
            <a:prstDash val="solid"/>
          </a:ln>
        </p:spPr>
        <p:txBody>
          <a:bodyPr lIns="0" tIns="0" rIns="0" bIns="0" anchor="ctr">
            <a:normAutofit/>
          </a:bodyPr>
          <a:lstStyle>
            <a:defPPr algn="ctr">
              <a:defRPr sz="1313" b="1">
                <a:solidFill>
                  <a:srgbClr val="142B4E"/>
                </a:solidFill>
                <a:latin typeface="Aptos"/>
                <a:ea typeface="Aptos"/>
                <a:cs typeface="Aptos"/>
              </a:defRPr>
            </a:defPPr>
            <a:lvl1pPr algn="ctr">
              <a:buNone/>
              <a:defRPr sz="1313" b="1">
                <a:solidFill>
                  <a:srgbClr val="142B4E"/>
                </a:solidFill>
                <a:latin typeface="Aptos"/>
                <a:ea typeface="Aptos"/>
                <a:cs typeface="Aptos"/>
              </a:defRPr>
            </a:lvl1pPr>
            <a:lvl2pPr algn="ctr">
              <a:buNone/>
              <a:defRPr sz="1313" b="1">
                <a:solidFill>
                  <a:srgbClr val="142B4E"/>
                </a:solidFill>
                <a:latin typeface="Aptos"/>
                <a:ea typeface="Aptos"/>
                <a:cs typeface="Aptos"/>
              </a:defRPr>
            </a:lvl2pPr>
            <a:lvl3pPr algn="ctr">
              <a:buNone/>
              <a:defRPr sz="1313" b="1">
                <a:solidFill>
                  <a:srgbClr val="142B4E"/>
                </a:solidFill>
                <a:latin typeface="Aptos"/>
                <a:ea typeface="Aptos"/>
                <a:cs typeface="Aptos"/>
              </a:defRPr>
            </a:lvl3pPr>
            <a:lvl4pPr algn="ctr">
              <a:buNone/>
              <a:defRPr sz="1313" b="1">
                <a:solidFill>
                  <a:srgbClr val="142B4E"/>
                </a:solidFill>
                <a:latin typeface="Aptos"/>
                <a:ea typeface="Aptos"/>
                <a:cs typeface="Aptos"/>
              </a:defRPr>
            </a:lvl4pPr>
            <a:lvl5pPr algn="ctr">
              <a:buNone/>
              <a:defRPr sz="1313" b="1">
                <a:solidFill>
                  <a:srgbClr val="142B4E"/>
                </a:solidFill>
                <a:latin typeface="Aptos"/>
                <a:ea typeface="Aptos"/>
                <a:cs typeface="Aptos"/>
              </a:defRPr>
            </a:lvl5pPr>
            <a:lvl6pPr algn="ctr">
              <a:buNone/>
              <a:defRPr sz="1313" b="1">
                <a:solidFill>
                  <a:srgbClr val="142B4E"/>
                </a:solidFill>
                <a:latin typeface="Aptos"/>
                <a:ea typeface="Aptos"/>
                <a:cs typeface="Aptos"/>
              </a:defRPr>
            </a:lvl6pPr>
            <a:lvl7pPr algn="ctr">
              <a:buNone/>
              <a:defRPr sz="1313" b="1">
                <a:solidFill>
                  <a:srgbClr val="142B4E"/>
                </a:solidFill>
                <a:latin typeface="Aptos"/>
                <a:ea typeface="Aptos"/>
                <a:cs typeface="Aptos"/>
              </a:defRPr>
            </a:lvl7pPr>
            <a:lvl8pPr algn="ctr">
              <a:buNone/>
              <a:defRPr sz="1313" b="1">
                <a:solidFill>
                  <a:srgbClr val="142B4E"/>
                </a:solidFill>
                <a:latin typeface="Aptos"/>
                <a:ea typeface="Aptos"/>
                <a:cs typeface="Aptos"/>
              </a:defRPr>
            </a:lvl8pPr>
            <a:lvl9pPr algn="ctr">
              <a:buNone/>
              <a:defRPr sz="1313" b="1">
                <a:solidFill>
                  <a:srgbClr val="142B4E"/>
                </a:solidFill>
                <a:latin typeface="Aptos"/>
                <a:ea typeface="Aptos"/>
                <a:cs typeface="Aptos"/>
              </a:defRPr>
            </a:lvl9pPr>
          </a:lstStyle>
          <a:p>
            <a:pPr algn="ctr">
              <a:buNone/>
              <a:defRPr sz="1313" b="1">
                <a:solidFill>
                  <a:srgbClr val="142B4E"/>
                </a:solidFill>
                <a:latin typeface="Aptos"/>
                <a:ea typeface="Aptos"/>
                <a:cs typeface="Aptos"/>
              </a:defRPr>
            </a:pPr>
            <a:r>
              <a:rPr sz="1313" b="1">
                <a:solidFill>
                  <a:srgbClr val="142B4E"/>
                </a:solidFill>
                <a:latin typeface="Aptos"/>
                <a:ea typeface="Aptos"/>
                <a:cs typeface="Aptos"/>
              </a:rPr>
              <a:t>Forward</a:t>
            </a:r>
          </a:p>
        </p:txBody>
      </p:sp>
      <p:sp>
        <p:nvSpPr>
          <p:cNvPr id="11" name="train-step-1-body">
            <a:extLst>
              <a:ext uri="{FF2B5EF4-FFF2-40B4-BE49-F238E27FC236}">
                <a16:creationId xmlns:a16="http://schemas.microsoft.com/office/drawing/2014/main" id="{717534A4-D803-4AA1-8C5C-A993CB61778E}"/>
              </a:ext>
            </a:extLst>
          </p:cNvPr>
          <p:cNvSpPr>
            <a:spLocks noGrp="1"/>
          </p:cNvSpPr>
          <p:nvPr/>
        </p:nvSpPr>
        <p:spPr>
          <a:xfrm>
            <a:off x="3048000" y="2219325"/>
            <a:ext cx="1562100" cy="533400"/>
          </a:xfrm>
          <a:prstGeom prst="rect">
            <a:avLst/>
          </a:prstGeom>
          <a:noFill/>
          <a:ln w="0">
            <a:noFill/>
            <a:prstDash val="solid"/>
          </a:ln>
        </p:spPr>
        <p:txBody>
          <a:bodyPr lIns="0" tIns="0" rIns="0" bIns="0" anchor="ctr">
            <a:normAutofit/>
          </a:bodyPr>
          <a:lstStyle>
            <a:defPPr algn="ctr">
              <a:defRPr sz="1163">
                <a:solidFill>
                  <a:srgbClr val="142B4E"/>
                </a:solidFill>
                <a:latin typeface="Aptos"/>
                <a:ea typeface="Aptos"/>
                <a:cs typeface="Aptos"/>
              </a:defRPr>
            </a:defPPr>
            <a:lvl1pPr algn="ctr">
              <a:buNone/>
              <a:defRPr sz="1163">
                <a:solidFill>
                  <a:srgbClr val="142B4E"/>
                </a:solidFill>
                <a:latin typeface="Aptos"/>
                <a:ea typeface="Aptos"/>
                <a:cs typeface="Aptos"/>
              </a:defRPr>
            </a:lvl1pPr>
            <a:lvl2pPr algn="ctr">
              <a:buNone/>
              <a:defRPr sz="1163">
                <a:solidFill>
                  <a:srgbClr val="142B4E"/>
                </a:solidFill>
                <a:latin typeface="Aptos"/>
                <a:ea typeface="Aptos"/>
                <a:cs typeface="Aptos"/>
              </a:defRPr>
            </a:lvl2pPr>
            <a:lvl3pPr algn="ctr">
              <a:buNone/>
              <a:defRPr sz="1163">
                <a:solidFill>
                  <a:srgbClr val="142B4E"/>
                </a:solidFill>
                <a:latin typeface="Aptos"/>
                <a:ea typeface="Aptos"/>
                <a:cs typeface="Aptos"/>
              </a:defRPr>
            </a:lvl3pPr>
            <a:lvl4pPr algn="ctr">
              <a:buNone/>
              <a:defRPr sz="1163">
                <a:solidFill>
                  <a:srgbClr val="142B4E"/>
                </a:solidFill>
                <a:latin typeface="Aptos"/>
                <a:ea typeface="Aptos"/>
                <a:cs typeface="Aptos"/>
              </a:defRPr>
            </a:lvl4pPr>
            <a:lvl5pPr algn="ctr">
              <a:buNone/>
              <a:defRPr sz="1163">
                <a:solidFill>
                  <a:srgbClr val="142B4E"/>
                </a:solidFill>
                <a:latin typeface="Aptos"/>
                <a:ea typeface="Aptos"/>
                <a:cs typeface="Aptos"/>
              </a:defRPr>
            </a:lvl5pPr>
            <a:lvl6pPr algn="ctr">
              <a:buNone/>
              <a:defRPr sz="1163">
                <a:solidFill>
                  <a:srgbClr val="142B4E"/>
                </a:solidFill>
                <a:latin typeface="Aptos"/>
                <a:ea typeface="Aptos"/>
                <a:cs typeface="Aptos"/>
              </a:defRPr>
            </a:lvl6pPr>
            <a:lvl7pPr algn="ctr">
              <a:buNone/>
              <a:defRPr sz="1163">
                <a:solidFill>
                  <a:srgbClr val="142B4E"/>
                </a:solidFill>
                <a:latin typeface="Aptos"/>
                <a:ea typeface="Aptos"/>
                <a:cs typeface="Aptos"/>
              </a:defRPr>
            </a:lvl7pPr>
            <a:lvl8pPr algn="ctr">
              <a:buNone/>
              <a:defRPr sz="1163">
                <a:solidFill>
                  <a:srgbClr val="142B4E"/>
                </a:solidFill>
                <a:latin typeface="Aptos"/>
                <a:ea typeface="Aptos"/>
                <a:cs typeface="Aptos"/>
              </a:defRPr>
            </a:lvl8pPr>
            <a:lvl9pPr algn="ctr">
              <a:buNone/>
              <a:defRPr sz="1163">
                <a:solidFill>
                  <a:srgbClr val="142B4E"/>
                </a:solidFill>
                <a:latin typeface="Aptos"/>
                <a:ea typeface="Aptos"/>
                <a:cs typeface="Aptos"/>
              </a:defRPr>
            </a:lvl9pPr>
          </a:lstStyle>
          <a:p>
            <a:pPr algn="ctr">
              <a:lnSpc>
                <a:spcPct val="106000"/>
              </a:lnSpc>
              <a:buNone/>
              <a:defRPr sz="1163">
                <a:solidFill>
                  <a:srgbClr val="142B4E"/>
                </a:solidFill>
                <a:latin typeface="Aptos"/>
                <a:ea typeface="Aptos"/>
                <a:cs typeface="Aptos"/>
              </a:defRPr>
            </a:pPr>
            <a:r>
              <a:rPr sz="1163">
                <a:solidFill>
                  <a:srgbClr val="142B4E"/>
                </a:solidFill>
                <a:latin typeface="Aptos"/>
                <a:ea typeface="Aptos"/>
                <a:cs typeface="Aptos"/>
              </a:rPr>
              <a:t>CNN tạo logits</a:t>
            </a:r>
          </a:p>
        </p:txBody>
      </p:sp>
      <p:sp>
        <p:nvSpPr>
          <p:cNvPr id="12" name="train-link-1">
            <a:extLst>
              <a:ext uri="{FF2B5EF4-FFF2-40B4-BE49-F238E27FC236}">
                <a16:creationId xmlns:a16="http://schemas.microsoft.com/office/drawing/2014/main" id="{378E3436-E1E9-41C3-8683-7B1C03AACE47}"/>
              </a:ext>
            </a:extLst>
          </p:cNvPr>
          <p:cNvSpPr>
            <a:spLocks noGrp="1"/>
          </p:cNvSpPr>
          <p:nvPr/>
        </p:nvSpPr>
        <p:spPr>
          <a:xfrm>
            <a:off x="4743450" y="2305050"/>
            <a:ext cx="438150" cy="0"/>
          </a:xfrm>
          <a:prstGeom prst="line">
            <a:avLst/>
          </a:prstGeom>
          <a:noFill/>
          <a:ln w="19050">
            <a:solidFill>
              <a:srgbClr val="5F6B7C"/>
            </a:solidFill>
            <a:prstDash val="solid"/>
          </a:ln>
        </p:spPr>
        <p:txBody>
          <a:bodyPr/>
          <a:lstStyle/>
          <a:p>
            <a:endParaRPr lang="en-US"/>
          </a:p>
        </p:txBody>
      </p:sp>
      <p:sp>
        <p:nvSpPr>
          <p:cNvPr id="13" name="train-step-2-bg">
            <a:extLst>
              <a:ext uri="{FF2B5EF4-FFF2-40B4-BE49-F238E27FC236}">
                <a16:creationId xmlns:a16="http://schemas.microsoft.com/office/drawing/2014/main" id="{38FE3871-1EE0-4747-B51A-BDC31FF190B9}"/>
              </a:ext>
            </a:extLst>
          </p:cNvPr>
          <p:cNvSpPr>
            <a:spLocks noGrp="1"/>
          </p:cNvSpPr>
          <p:nvPr/>
        </p:nvSpPr>
        <p:spPr>
          <a:xfrm>
            <a:off x="5219700" y="1762125"/>
            <a:ext cx="1752600" cy="1085850"/>
          </a:xfrm>
          <a:prstGeom prst="roundRect">
            <a:avLst>
              <a:gd name="adj" fmla="val 7018"/>
            </a:avLst>
          </a:prstGeom>
          <a:solidFill>
            <a:srgbClr val="FFECDC"/>
          </a:solidFill>
          <a:ln w="15240">
            <a:solidFill>
              <a:srgbClr val="CF702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4" name="train-step-2-title">
            <a:extLst>
              <a:ext uri="{FF2B5EF4-FFF2-40B4-BE49-F238E27FC236}">
                <a16:creationId xmlns:a16="http://schemas.microsoft.com/office/drawing/2014/main" id="{45AD841F-E2DF-49ED-8A00-332856837208}"/>
              </a:ext>
            </a:extLst>
          </p:cNvPr>
          <p:cNvSpPr>
            <a:spLocks noGrp="1"/>
          </p:cNvSpPr>
          <p:nvPr/>
        </p:nvSpPr>
        <p:spPr>
          <a:xfrm>
            <a:off x="5305425" y="1876425"/>
            <a:ext cx="1581150" cy="266700"/>
          </a:xfrm>
          <a:prstGeom prst="rect">
            <a:avLst/>
          </a:prstGeom>
          <a:noFill/>
          <a:ln w="0">
            <a:noFill/>
            <a:prstDash val="solid"/>
          </a:ln>
        </p:spPr>
        <p:txBody>
          <a:bodyPr lIns="0" tIns="0" rIns="0" bIns="0" anchor="ctr">
            <a:normAutofit/>
          </a:bodyPr>
          <a:lstStyle>
            <a:defPPr algn="ctr">
              <a:defRPr sz="1313" b="1">
                <a:solidFill>
                  <a:srgbClr val="142B4E"/>
                </a:solidFill>
                <a:latin typeface="Aptos"/>
                <a:ea typeface="Aptos"/>
                <a:cs typeface="Aptos"/>
              </a:defRPr>
            </a:defPPr>
            <a:lvl1pPr algn="ctr">
              <a:buNone/>
              <a:defRPr sz="1313" b="1">
                <a:solidFill>
                  <a:srgbClr val="142B4E"/>
                </a:solidFill>
                <a:latin typeface="Aptos"/>
                <a:ea typeface="Aptos"/>
                <a:cs typeface="Aptos"/>
              </a:defRPr>
            </a:lvl1pPr>
            <a:lvl2pPr algn="ctr">
              <a:buNone/>
              <a:defRPr sz="1313" b="1">
                <a:solidFill>
                  <a:srgbClr val="142B4E"/>
                </a:solidFill>
                <a:latin typeface="Aptos"/>
                <a:ea typeface="Aptos"/>
                <a:cs typeface="Aptos"/>
              </a:defRPr>
            </a:lvl2pPr>
            <a:lvl3pPr algn="ctr">
              <a:buNone/>
              <a:defRPr sz="1313" b="1">
                <a:solidFill>
                  <a:srgbClr val="142B4E"/>
                </a:solidFill>
                <a:latin typeface="Aptos"/>
                <a:ea typeface="Aptos"/>
                <a:cs typeface="Aptos"/>
              </a:defRPr>
            </a:lvl3pPr>
            <a:lvl4pPr algn="ctr">
              <a:buNone/>
              <a:defRPr sz="1313" b="1">
                <a:solidFill>
                  <a:srgbClr val="142B4E"/>
                </a:solidFill>
                <a:latin typeface="Aptos"/>
                <a:ea typeface="Aptos"/>
                <a:cs typeface="Aptos"/>
              </a:defRPr>
            </a:lvl4pPr>
            <a:lvl5pPr algn="ctr">
              <a:buNone/>
              <a:defRPr sz="1313" b="1">
                <a:solidFill>
                  <a:srgbClr val="142B4E"/>
                </a:solidFill>
                <a:latin typeface="Aptos"/>
                <a:ea typeface="Aptos"/>
                <a:cs typeface="Aptos"/>
              </a:defRPr>
            </a:lvl5pPr>
            <a:lvl6pPr algn="ctr">
              <a:buNone/>
              <a:defRPr sz="1313" b="1">
                <a:solidFill>
                  <a:srgbClr val="142B4E"/>
                </a:solidFill>
                <a:latin typeface="Aptos"/>
                <a:ea typeface="Aptos"/>
                <a:cs typeface="Aptos"/>
              </a:defRPr>
            </a:lvl6pPr>
            <a:lvl7pPr algn="ctr">
              <a:buNone/>
              <a:defRPr sz="1313" b="1">
                <a:solidFill>
                  <a:srgbClr val="142B4E"/>
                </a:solidFill>
                <a:latin typeface="Aptos"/>
                <a:ea typeface="Aptos"/>
                <a:cs typeface="Aptos"/>
              </a:defRPr>
            </a:lvl7pPr>
            <a:lvl8pPr algn="ctr">
              <a:buNone/>
              <a:defRPr sz="1313" b="1">
                <a:solidFill>
                  <a:srgbClr val="142B4E"/>
                </a:solidFill>
                <a:latin typeface="Aptos"/>
                <a:ea typeface="Aptos"/>
                <a:cs typeface="Aptos"/>
              </a:defRPr>
            </a:lvl8pPr>
            <a:lvl9pPr algn="ctr">
              <a:buNone/>
              <a:defRPr sz="1313" b="1">
                <a:solidFill>
                  <a:srgbClr val="142B4E"/>
                </a:solidFill>
                <a:latin typeface="Aptos"/>
                <a:ea typeface="Aptos"/>
                <a:cs typeface="Aptos"/>
              </a:defRPr>
            </a:lvl9pPr>
          </a:lstStyle>
          <a:p>
            <a:pPr algn="ctr">
              <a:buNone/>
              <a:defRPr sz="1313" b="1">
                <a:solidFill>
                  <a:srgbClr val="142B4E"/>
                </a:solidFill>
                <a:latin typeface="Aptos"/>
                <a:ea typeface="Aptos"/>
                <a:cs typeface="Aptos"/>
              </a:defRPr>
            </a:pPr>
            <a:r>
              <a:rPr sz="1313" b="1">
                <a:solidFill>
                  <a:srgbClr val="142B4E"/>
                </a:solidFill>
                <a:latin typeface="Aptos"/>
                <a:ea typeface="Aptos"/>
                <a:cs typeface="Aptos"/>
              </a:rPr>
              <a:t>CrossEntropy</a:t>
            </a:r>
          </a:p>
        </p:txBody>
      </p:sp>
      <p:sp>
        <p:nvSpPr>
          <p:cNvPr id="15" name="train-step-2-body">
            <a:extLst>
              <a:ext uri="{FF2B5EF4-FFF2-40B4-BE49-F238E27FC236}">
                <a16:creationId xmlns:a16="http://schemas.microsoft.com/office/drawing/2014/main" id="{2487000F-65CA-4A02-9E01-9639A42A2116}"/>
              </a:ext>
            </a:extLst>
          </p:cNvPr>
          <p:cNvSpPr>
            <a:spLocks noGrp="1"/>
          </p:cNvSpPr>
          <p:nvPr/>
        </p:nvSpPr>
        <p:spPr>
          <a:xfrm>
            <a:off x="5314950" y="2219325"/>
            <a:ext cx="1562100" cy="533400"/>
          </a:xfrm>
          <a:prstGeom prst="rect">
            <a:avLst/>
          </a:prstGeom>
          <a:noFill/>
          <a:ln w="0">
            <a:noFill/>
            <a:prstDash val="solid"/>
          </a:ln>
        </p:spPr>
        <p:txBody>
          <a:bodyPr lIns="0" tIns="0" rIns="0" bIns="0" anchor="ctr">
            <a:normAutofit/>
          </a:bodyPr>
          <a:lstStyle>
            <a:defPPr algn="ctr">
              <a:defRPr sz="1163">
                <a:solidFill>
                  <a:srgbClr val="142B4E"/>
                </a:solidFill>
                <a:latin typeface="Aptos"/>
                <a:ea typeface="Aptos"/>
                <a:cs typeface="Aptos"/>
              </a:defRPr>
            </a:defPPr>
            <a:lvl1pPr algn="ctr">
              <a:buNone/>
              <a:defRPr sz="1163">
                <a:solidFill>
                  <a:srgbClr val="142B4E"/>
                </a:solidFill>
                <a:latin typeface="Aptos"/>
                <a:ea typeface="Aptos"/>
                <a:cs typeface="Aptos"/>
              </a:defRPr>
            </a:lvl1pPr>
            <a:lvl2pPr algn="ctr">
              <a:buNone/>
              <a:defRPr sz="1163">
                <a:solidFill>
                  <a:srgbClr val="142B4E"/>
                </a:solidFill>
                <a:latin typeface="Aptos"/>
                <a:ea typeface="Aptos"/>
                <a:cs typeface="Aptos"/>
              </a:defRPr>
            </a:lvl2pPr>
            <a:lvl3pPr algn="ctr">
              <a:buNone/>
              <a:defRPr sz="1163">
                <a:solidFill>
                  <a:srgbClr val="142B4E"/>
                </a:solidFill>
                <a:latin typeface="Aptos"/>
                <a:ea typeface="Aptos"/>
                <a:cs typeface="Aptos"/>
              </a:defRPr>
            </a:lvl3pPr>
            <a:lvl4pPr algn="ctr">
              <a:buNone/>
              <a:defRPr sz="1163">
                <a:solidFill>
                  <a:srgbClr val="142B4E"/>
                </a:solidFill>
                <a:latin typeface="Aptos"/>
                <a:ea typeface="Aptos"/>
                <a:cs typeface="Aptos"/>
              </a:defRPr>
            </a:lvl4pPr>
            <a:lvl5pPr algn="ctr">
              <a:buNone/>
              <a:defRPr sz="1163">
                <a:solidFill>
                  <a:srgbClr val="142B4E"/>
                </a:solidFill>
                <a:latin typeface="Aptos"/>
                <a:ea typeface="Aptos"/>
                <a:cs typeface="Aptos"/>
              </a:defRPr>
            </a:lvl5pPr>
            <a:lvl6pPr algn="ctr">
              <a:buNone/>
              <a:defRPr sz="1163">
                <a:solidFill>
                  <a:srgbClr val="142B4E"/>
                </a:solidFill>
                <a:latin typeface="Aptos"/>
                <a:ea typeface="Aptos"/>
                <a:cs typeface="Aptos"/>
              </a:defRPr>
            </a:lvl6pPr>
            <a:lvl7pPr algn="ctr">
              <a:buNone/>
              <a:defRPr sz="1163">
                <a:solidFill>
                  <a:srgbClr val="142B4E"/>
                </a:solidFill>
                <a:latin typeface="Aptos"/>
                <a:ea typeface="Aptos"/>
                <a:cs typeface="Aptos"/>
              </a:defRPr>
            </a:lvl7pPr>
            <a:lvl8pPr algn="ctr">
              <a:buNone/>
              <a:defRPr sz="1163">
                <a:solidFill>
                  <a:srgbClr val="142B4E"/>
                </a:solidFill>
                <a:latin typeface="Aptos"/>
                <a:ea typeface="Aptos"/>
                <a:cs typeface="Aptos"/>
              </a:defRPr>
            </a:lvl8pPr>
            <a:lvl9pPr algn="ctr">
              <a:buNone/>
              <a:defRPr sz="1163">
                <a:solidFill>
                  <a:srgbClr val="142B4E"/>
                </a:solidFill>
                <a:latin typeface="Aptos"/>
                <a:ea typeface="Aptos"/>
                <a:cs typeface="Aptos"/>
              </a:defRPr>
            </a:lvl9pPr>
          </a:lstStyle>
          <a:p>
            <a:pPr algn="ctr">
              <a:lnSpc>
                <a:spcPct val="106000"/>
              </a:lnSpc>
              <a:buNone/>
              <a:defRPr sz="1163">
                <a:solidFill>
                  <a:srgbClr val="142B4E"/>
                </a:solidFill>
                <a:latin typeface="Aptos"/>
                <a:ea typeface="Aptos"/>
                <a:cs typeface="Aptos"/>
              </a:defRPr>
            </a:pPr>
            <a:r>
              <a:rPr sz="1163">
                <a:solidFill>
                  <a:srgbClr val="142B4E"/>
                </a:solidFill>
                <a:latin typeface="Aptos"/>
                <a:ea typeface="Aptos"/>
                <a:cs typeface="Aptos"/>
              </a:rPr>
              <a:t>so sánh với nhãn</a:t>
            </a:r>
          </a:p>
        </p:txBody>
      </p:sp>
      <p:sp>
        <p:nvSpPr>
          <p:cNvPr id="16" name="train-link-2">
            <a:extLst>
              <a:ext uri="{FF2B5EF4-FFF2-40B4-BE49-F238E27FC236}">
                <a16:creationId xmlns:a16="http://schemas.microsoft.com/office/drawing/2014/main" id="{B32740C0-7D37-452C-94CD-B020D9C8477C}"/>
              </a:ext>
            </a:extLst>
          </p:cNvPr>
          <p:cNvSpPr>
            <a:spLocks noGrp="1"/>
          </p:cNvSpPr>
          <p:nvPr/>
        </p:nvSpPr>
        <p:spPr>
          <a:xfrm>
            <a:off x="7010400" y="2305050"/>
            <a:ext cx="438150" cy="0"/>
          </a:xfrm>
          <a:prstGeom prst="line">
            <a:avLst/>
          </a:prstGeom>
          <a:noFill/>
          <a:ln w="19050">
            <a:solidFill>
              <a:srgbClr val="5F6B7C"/>
            </a:solidFill>
            <a:prstDash val="solid"/>
          </a:ln>
        </p:spPr>
        <p:txBody>
          <a:bodyPr/>
          <a:lstStyle/>
          <a:p>
            <a:endParaRPr lang="en-US"/>
          </a:p>
        </p:txBody>
      </p:sp>
      <p:sp>
        <p:nvSpPr>
          <p:cNvPr id="17" name="train-step-3-bg">
            <a:extLst>
              <a:ext uri="{FF2B5EF4-FFF2-40B4-BE49-F238E27FC236}">
                <a16:creationId xmlns:a16="http://schemas.microsoft.com/office/drawing/2014/main" id="{99114FC3-FA24-4D5C-8F91-610938FF2A9A}"/>
              </a:ext>
            </a:extLst>
          </p:cNvPr>
          <p:cNvSpPr>
            <a:spLocks noGrp="1"/>
          </p:cNvSpPr>
          <p:nvPr/>
        </p:nvSpPr>
        <p:spPr>
          <a:xfrm>
            <a:off x="7486650" y="1762125"/>
            <a:ext cx="1752600" cy="1085850"/>
          </a:xfrm>
          <a:prstGeom prst="roundRect">
            <a:avLst>
              <a:gd name="adj" fmla="val 7018"/>
            </a:avLst>
          </a:prstGeom>
          <a:solidFill>
            <a:srgbClr val="E0F4E7"/>
          </a:solidFill>
          <a:ln w="15240">
            <a:solidFill>
              <a:srgbClr val="318B5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8" name="train-step-3-title">
            <a:extLst>
              <a:ext uri="{FF2B5EF4-FFF2-40B4-BE49-F238E27FC236}">
                <a16:creationId xmlns:a16="http://schemas.microsoft.com/office/drawing/2014/main" id="{3B4E4AA7-9F62-4260-9306-29ABD817DFD1}"/>
              </a:ext>
            </a:extLst>
          </p:cNvPr>
          <p:cNvSpPr>
            <a:spLocks noGrp="1"/>
          </p:cNvSpPr>
          <p:nvPr/>
        </p:nvSpPr>
        <p:spPr>
          <a:xfrm>
            <a:off x="7572375" y="1876425"/>
            <a:ext cx="1581150" cy="266700"/>
          </a:xfrm>
          <a:prstGeom prst="rect">
            <a:avLst/>
          </a:prstGeom>
          <a:noFill/>
          <a:ln w="0">
            <a:noFill/>
            <a:prstDash val="solid"/>
          </a:ln>
        </p:spPr>
        <p:txBody>
          <a:bodyPr lIns="0" tIns="0" rIns="0" bIns="0" anchor="ctr">
            <a:normAutofit/>
          </a:bodyPr>
          <a:lstStyle>
            <a:defPPr algn="ctr">
              <a:defRPr sz="1313" b="1">
                <a:solidFill>
                  <a:srgbClr val="142B4E"/>
                </a:solidFill>
                <a:latin typeface="Aptos"/>
                <a:ea typeface="Aptos"/>
                <a:cs typeface="Aptos"/>
              </a:defRPr>
            </a:defPPr>
            <a:lvl1pPr algn="ctr">
              <a:buNone/>
              <a:defRPr sz="1313" b="1">
                <a:solidFill>
                  <a:srgbClr val="142B4E"/>
                </a:solidFill>
                <a:latin typeface="Aptos"/>
                <a:ea typeface="Aptos"/>
                <a:cs typeface="Aptos"/>
              </a:defRPr>
            </a:lvl1pPr>
            <a:lvl2pPr algn="ctr">
              <a:buNone/>
              <a:defRPr sz="1313" b="1">
                <a:solidFill>
                  <a:srgbClr val="142B4E"/>
                </a:solidFill>
                <a:latin typeface="Aptos"/>
                <a:ea typeface="Aptos"/>
                <a:cs typeface="Aptos"/>
              </a:defRPr>
            </a:lvl2pPr>
            <a:lvl3pPr algn="ctr">
              <a:buNone/>
              <a:defRPr sz="1313" b="1">
                <a:solidFill>
                  <a:srgbClr val="142B4E"/>
                </a:solidFill>
                <a:latin typeface="Aptos"/>
                <a:ea typeface="Aptos"/>
                <a:cs typeface="Aptos"/>
              </a:defRPr>
            </a:lvl3pPr>
            <a:lvl4pPr algn="ctr">
              <a:buNone/>
              <a:defRPr sz="1313" b="1">
                <a:solidFill>
                  <a:srgbClr val="142B4E"/>
                </a:solidFill>
                <a:latin typeface="Aptos"/>
                <a:ea typeface="Aptos"/>
                <a:cs typeface="Aptos"/>
              </a:defRPr>
            </a:lvl4pPr>
            <a:lvl5pPr algn="ctr">
              <a:buNone/>
              <a:defRPr sz="1313" b="1">
                <a:solidFill>
                  <a:srgbClr val="142B4E"/>
                </a:solidFill>
                <a:latin typeface="Aptos"/>
                <a:ea typeface="Aptos"/>
                <a:cs typeface="Aptos"/>
              </a:defRPr>
            </a:lvl5pPr>
            <a:lvl6pPr algn="ctr">
              <a:buNone/>
              <a:defRPr sz="1313" b="1">
                <a:solidFill>
                  <a:srgbClr val="142B4E"/>
                </a:solidFill>
                <a:latin typeface="Aptos"/>
                <a:ea typeface="Aptos"/>
                <a:cs typeface="Aptos"/>
              </a:defRPr>
            </a:lvl6pPr>
            <a:lvl7pPr algn="ctr">
              <a:buNone/>
              <a:defRPr sz="1313" b="1">
                <a:solidFill>
                  <a:srgbClr val="142B4E"/>
                </a:solidFill>
                <a:latin typeface="Aptos"/>
                <a:ea typeface="Aptos"/>
                <a:cs typeface="Aptos"/>
              </a:defRPr>
            </a:lvl7pPr>
            <a:lvl8pPr algn="ctr">
              <a:buNone/>
              <a:defRPr sz="1313" b="1">
                <a:solidFill>
                  <a:srgbClr val="142B4E"/>
                </a:solidFill>
                <a:latin typeface="Aptos"/>
                <a:ea typeface="Aptos"/>
                <a:cs typeface="Aptos"/>
              </a:defRPr>
            </a:lvl8pPr>
            <a:lvl9pPr algn="ctr">
              <a:buNone/>
              <a:defRPr sz="1313" b="1">
                <a:solidFill>
                  <a:srgbClr val="142B4E"/>
                </a:solidFill>
                <a:latin typeface="Aptos"/>
                <a:ea typeface="Aptos"/>
                <a:cs typeface="Aptos"/>
              </a:defRPr>
            </a:lvl9pPr>
          </a:lstStyle>
          <a:p>
            <a:pPr algn="ctr">
              <a:buNone/>
              <a:defRPr sz="1313" b="1">
                <a:solidFill>
                  <a:srgbClr val="142B4E"/>
                </a:solidFill>
                <a:latin typeface="Aptos"/>
                <a:ea typeface="Aptos"/>
                <a:cs typeface="Aptos"/>
              </a:defRPr>
            </a:pPr>
            <a:r>
              <a:rPr sz="1313" b="1">
                <a:solidFill>
                  <a:srgbClr val="142B4E"/>
                </a:solidFill>
                <a:latin typeface="Aptos"/>
                <a:ea typeface="Aptos"/>
                <a:cs typeface="Aptos"/>
              </a:rPr>
              <a:t>Backward</a:t>
            </a:r>
          </a:p>
        </p:txBody>
      </p:sp>
      <p:sp>
        <p:nvSpPr>
          <p:cNvPr id="19" name="train-step-3-body">
            <a:extLst>
              <a:ext uri="{FF2B5EF4-FFF2-40B4-BE49-F238E27FC236}">
                <a16:creationId xmlns:a16="http://schemas.microsoft.com/office/drawing/2014/main" id="{FD821BB9-FDE8-490C-9084-01703ECF6B57}"/>
              </a:ext>
            </a:extLst>
          </p:cNvPr>
          <p:cNvSpPr>
            <a:spLocks noGrp="1"/>
          </p:cNvSpPr>
          <p:nvPr/>
        </p:nvSpPr>
        <p:spPr>
          <a:xfrm>
            <a:off x="7581900" y="2219325"/>
            <a:ext cx="1562100" cy="533400"/>
          </a:xfrm>
          <a:prstGeom prst="rect">
            <a:avLst/>
          </a:prstGeom>
          <a:noFill/>
          <a:ln w="0">
            <a:noFill/>
            <a:prstDash val="solid"/>
          </a:ln>
        </p:spPr>
        <p:txBody>
          <a:bodyPr lIns="0" tIns="0" rIns="0" bIns="0" anchor="ctr">
            <a:normAutofit/>
          </a:bodyPr>
          <a:lstStyle>
            <a:defPPr algn="ctr">
              <a:defRPr sz="1163">
                <a:solidFill>
                  <a:srgbClr val="142B4E"/>
                </a:solidFill>
                <a:latin typeface="Aptos"/>
                <a:ea typeface="Aptos"/>
                <a:cs typeface="Aptos"/>
              </a:defRPr>
            </a:defPPr>
            <a:lvl1pPr algn="ctr">
              <a:buNone/>
              <a:defRPr sz="1163">
                <a:solidFill>
                  <a:srgbClr val="142B4E"/>
                </a:solidFill>
                <a:latin typeface="Aptos"/>
                <a:ea typeface="Aptos"/>
                <a:cs typeface="Aptos"/>
              </a:defRPr>
            </a:lvl1pPr>
            <a:lvl2pPr algn="ctr">
              <a:buNone/>
              <a:defRPr sz="1163">
                <a:solidFill>
                  <a:srgbClr val="142B4E"/>
                </a:solidFill>
                <a:latin typeface="Aptos"/>
                <a:ea typeface="Aptos"/>
                <a:cs typeface="Aptos"/>
              </a:defRPr>
            </a:lvl2pPr>
            <a:lvl3pPr algn="ctr">
              <a:buNone/>
              <a:defRPr sz="1163">
                <a:solidFill>
                  <a:srgbClr val="142B4E"/>
                </a:solidFill>
                <a:latin typeface="Aptos"/>
                <a:ea typeface="Aptos"/>
                <a:cs typeface="Aptos"/>
              </a:defRPr>
            </a:lvl3pPr>
            <a:lvl4pPr algn="ctr">
              <a:buNone/>
              <a:defRPr sz="1163">
                <a:solidFill>
                  <a:srgbClr val="142B4E"/>
                </a:solidFill>
                <a:latin typeface="Aptos"/>
                <a:ea typeface="Aptos"/>
                <a:cs typeface="Aptos"/>
              </a:defRPr>
            </a:lvl4pPr>
            <a:lvl5pPr algn="ctr">
              <a:buNone/>
              <a:defRPr sz="1163">
                <a:solidFill>
                  <a:srgbClr val="142B4E"/>
                </a:solidFill>
                <a:latin typeface="Aptos"/>
                <a:ea typeface="Aptos"/>
                <a:cs typeface="Aptos"/>
              </a:defRPr>
            </a:lvl5pPr>
            <a:lvl6pPr algn="ctr">
              <a:buNone/>
              <a:defRPr sz="1163">
                <a:solidFill>
                  <a:srgbClr val="142B4E"/>
                </a:solidFill>
                <a:latin typeface="Aptos"/>
                <a:ea typeface="Aptos"/>
                <a:cs typeface="Aptos"/>
              </a:defRPr>
            </a:lvl6pPr>
            <a:lvl7pPr algn="ctr">
              <a:buNone/>
              <a:defRPr sz="1163">
                <a:solidFill>
                  <a:srgbClr val="142B4E"/>
                </a:solidFill>
                <a:latin typeface="Aptos"/>
                <a:ea typeface="Aptos"/>
                <a:cs typeface="Aptos"/>
              </a:defRPr>
            </a:lvl7pPr>
            <a:lvl8pPr algn="ctr">
              <a:buNone/>
              <a:defRPr sz="1163">
                <a:solidFill>
                  <a:srgbClr val="142B4E"/>
                </a:solidFill>
                <a:latin typeface="Aptos"/>
                <a:ea typeface="Aptos"/>
                <a:cs typeface="Aptos"/>
              </a:defRPr>
            </a:lvl8pPr>
            <a:lvl9pPr algn="ctr">
              <a:buNone/>
              <a:defRPr sz="1163">
                <a:solidFill>
                  <a:srgbClr val="142B4E"/>
                </a:solidFill>
                <a:latin typeface="Aptos"/>
                <a:ea typeface="Aptos"/>
                <a:cs typeface="Aptos"/>
              </a:defRPr>
            </a:lvl9pPr>
          </a:lstStyle>
          <a:p>
            <a:pPr algn="ctr">
              <a:lnSpc>
                <a:spcPct val="106000"/>
              </a:lnSpc>
              <a:buNone/>
              <a:defRPr sz="1163">
                <a:solidFill>
                  <a:srgbClr val="142B4E"/>
                </a:solidFill>
                <a:latin typeface="Aptos"/>
                <a:ea typeface="Aptos"/>
                <a:cs typeface="Aptos"/>
              </a:defRPr>
            </a:pPr>
            <a:r>
              <a:rPr sz="1163">
                <a:solidFill>
                  <a:srgbClr val="142B4E"/>
                </a:solidFill>
                <a:latin typeface="Aptos"/>
                <a:ea typeface="Aptos"/>
                <a:cs typeface="Aptos"/>
              </a:rPr>
              <a:t>tính gradient</a:t>
            </a:r>
          </a:p>
        </p:txBody>
      </p:sp>
      <p:sp>
        <p:nvSpPr>
          <p:cNvPr id="20" name="train-link-3">
            <a:extLst>
              <a:ext uri="{FF2B5EF4-FFF2-40B4-BE49-F238E27FC236}">
                <a16:creationId xmlns:a16="http://schemas.microsoft.com/office/drawing/2014/main" id="{DD634116-508B-4D7C-B163-8202135053F6}"/>
              </a:ext>
            </a:extLst>
          </p:cNvPr>
          <p:cNvSpPr>
            <a:spLocks noGrp="1"/>
          </p:cNvSpPr>
          <p:nvPr/>
        </p:nvSpPr>
        <p:spPr>
          <a:xfrm>
            <a:off x="9277350" y="2305050"/>
            <a:ext cx="438150" cy="0"/>
          </a:xfrm>
          <a:prstGeom prst="line">
            <a:avLst/>
          </a:prstGeom>
          <a:noFill/>
          <a:ln w="19050">
            <a:solidFill>
              <a:srgbClr val="5F6B7C"/>
            </a:solidFill>
            <a:prstDash val="solid"/>
          </a:ln>
        </p:spPr>
        <p:txBody>
          <a:bodyPr/>
          <a:lstStyle/>
          <a:p>
            <a:endParaRPr lang="en-US"/>
          </a:p>
        </p:txBody>
      </p:sp>
      <p:sp>
        <p:nvSpPr>
          <p:cNvPr id="21" name="train-step-4-bg">
            <a:extLst>
              <a:ext uri="{FF2B5EF4-FFF2-40B4-BE49-F238E27FC236}">
                <a16:creationId xmlns:a16="http://schemas.microsoft.com/office/drawing/2014/main" id="{294B02BD-84F8-44B5-8049-D712CA12F41B}"/>
              </a:ext>
            </a:extLst>
          </p:cNvPr>
          <p:cNvSpPr>
            <a:spLocks noGrp="1"/>
          </p:cNvSpPr>
          <p:nvPr/>
        </p:nvSpPr>
        <p:spPr>
          <a:xfrm>
            <a:off x="9753600" y="1762125"/>
            <a:ext cx="1752600" cy="1085850"/>
          </a:xfrm>
          <a:prstGeom prst="roundRect">
            <a:avLst>
              <a:gd name="adj" fmla="val 7018"/>
            </a:avLst>
          </a:prstGeom>
          <a:solidFill>
            <a:srgbClr val="EEE8FF"/>
          </a:solidFill>
          <a:ln w="15240">
            <a:solidFill>
              <a:srgbClr val="735BB4"/>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train-step-4-title">
            <a:extLst>
              <a:ext uri="{FF2B5EF4-FFF2-40B4-BE49-F238E27FC236}">
                <a16:creationId xmlns:a16="http://schemas.microsoft.com/office/drawing/2014/main" id="{1BF6DDE7-E567-4A8A-A5A6-E4BE5D9A31F3}"/>
              </a:ext>
            </a:extLst>
          </p:cNvPr>
          <p:cNvSpPr>
            <a:spLocks noGrp="1"/>
          </p:cNvSpPr>
          <p:nvPr/>
        </p:nvSpPr>
        <p:spPr>
          <a:xfrm>
            <a:off x="9839325" y="1876425"/>
            <a:ext cx="1581150" cy="266700"/>
          </a:xfrm>
          <a:prstGeom prst="rect">
            <a:avLst/>
          </a:prstGeom>
          <a:noFill/>
          <a:ln w="0">
            <a:noFill/>
            <a:prstDash val="solid"/>
          </a:ln>
        </p:spPr>
        <p:txBody>
          <a:bodyPr lIns="0" tIns="0" rIns="0" bIns="0" anchor="ctr">
            <a:normAutofit/>
          </a:bodyPr>
          <a:lstStyle>
            <a:defPPr algn="ctr">
              <a:defRPr sz="1313" b="1">
                <a:solidFill>
                  <a:srgbClr val="142B4E"/>
                </a:solidFill>
                <a:latin typeface="Aptos"/>
                <a:ea typeface="Aptos"/>
                <a:cs typeface="Aptos"/>
              </a:defRPr>
            </a:defPPr>
            <a:lvl1pPr algn="ctr">
              <a:buNone/>
              <a:defRPr sz="1313" b="1">
                <a:solidFill>
                  <a:srgbClr val="142B4E"/>
                </a:solidFill>
                <a:latin typeface="Aptos"/>
                <a:ea typeface="Aptos"/>
                <a:cs typeface="Aptos"/>
              </a:defRPr>
            </a:lvl1pPr>
            <a:lvl2pPr algn="ctr">
              <a:buNone/>
              <a:defRPr sz="1313" b="1">
                <a:solidFill>
                  <a:srgbClr val="142B4E"/>
                </a:solidFill>
                <a:latin typeface="Aptos"/>
                <a:ea typeface="Aptos"/>
                <a:cs typeface="Aptos"/>
              </a:defRPr>
            </a:lvl2pPr>
            <a:lvl3pPr algn="ctr">
              <a:buNone/>
              <a:defRPr sz="1313" b="1">
                <a:solidFill>
                  <a:srgbClr val="142B4E"/>
                </a:solidFill>
                <a:latin typeface="Aptos"/>
                <a:ea typeface="Aptos"/>
                <a:cs typeface="Aptos"/>
              </a:defRPr>
            </a:lvl3pPr>
            <a:lvl4pPr algn="ctr">
              <a:buNone/>
              <a:defRPr sz="1313" b="1">
                <a:solidFill>
                  <a:srgbClr val="142B4E"/>
                </a:solidFill>
                <a:latin typeface="Aptos"/>
                <a:ea typeface="Aptos"/>
                <a:cs typeface="Aptos"/>
              </a:defRPr>
            </a:lvl4pPr>
            <a:lvl5pPr algn="ctr">
              <a:buNone/>
              <a:defRPr sz="1313" b="1">
                <a:solidFill>
                  <a:srgbClr val="142B4E"/>
                </a:solidFill>
                <a:latin typeface="Aptos"/>
                <a:ea typeface="Aptos"/>
                <a:cs typeface="Aptos"/>
              </a:defRPr>
            </a:lvl5pPr>
            <a:lvl6pPr algn="ctr">
              <a:buNone/>
              <a:defRPr sz="1313" b="1">
                <a:solidFill>
                  <a:srgbClr val="142B4E"/>
                </a:solidFill>
                <a:latin typeface="Aptos"/>
                <a:ea typeface="Aptos"/>
                <a:cs typeface="Aptos"/>
              </a:defRPr>
            </a:lvl6pPr>
            <a:lvl7pPr algn="ctr">
              <a:buNone/>
              <a:defRPr sz="1313" b="1">
                <a:solidFill>
                  <a:srgbClr val="142B4E"/>
                </a:solidFill>
                <a:latin typeface="Aptos"/>
                <a:ea typeface="Aptos"/>
                <a:cs typeface="Aptos"/>
              </a:defRPr>
            </a:lvl7pPr>
            <a:lvl8pPr algn="ctr">
              <a:buNone/>
              <a:defRPr sz="1313" b="1">
                <a:solidFill>
                  <a:srgbClr val="142B4E"/>
                </a:solidFill>
                <a:latin typeface="Aptos"/>
                <a:ea typeface="Aptos"/>
                <a:cs typeface="Aptos"/>
              </a:defRPr>
            </a:lvl8pPr>
            <a:lvl9pPr algn="ctr">
              <a:buNone/>
              <a:defRPr sz="1313" b="1">
                <a:solidFill>
                  <a:srgbClr val="142B4E"/>
                </a:solidFill>
                <a:latin typeface="Aptos"/>
                <a:ea typeface="Aptos"/>
                <a:cs typeface="Aptos"/>
              </a:defRPr>
            </a:lvl9pPr>
          </a:lstStyle>
          <a:p>
            <a:pPr algn="ctr">
              <a:buNone/>
              <a:defRPr sz="1313" b="1">
                <a:solidFill>
                  <a:srgbClr val="142B4E"/>
                </a:solidFill>
                <a:latin typeface="Aptos"/>
                <a:ea typeface="Aptos"/>
                <a:cs typeface="Aptos"/>
              </a:defRPr>
            </a:pPr>
            <a:r>
              <a:rPr sz="1313" b="1">
                <a:solidFill>
                  <a:srgbClr val="142B4E"/>
                </a:solidFill>
                <a:latin typeface="Aptos"/>
                <a:ea typeface="Aptos"/>
                <a:cs typeface="Aptos"/>
              </a:rPr>
              <a:t>AdamW</a:t>
            </a:r>
          </a:p>
        </p:txBody>
      </p:sp>
      <p:sp>
        <p:nvSpPr>
          <p:cNvPr id="23" name="train-step-4-body">
            <a:extLst>
              <a:ext uri="{FF2B5EF4-FFF2-40B4-BE49-F238E27FC236}">
                <a16:creationId xmlns:a16="http://schemas.microsoft.com/office/drawing/2014/main" id="{8916C08B-4B8F-4997-A114-994363EE1FDD}"/>
              </a:ext>
            </a:extLst>
          </p:cNvPr>
          <p:cNvSpPr>
            <a:spLocks noGrp="1"/>
          </p:cNvSpPr>
          <p:nvPr/>
        </p:nvSpPr>
        <p:spPr>
          <a:xfrm>
            <a:off x="9848850" y="2219325"/>
            <a:ext cx="1562100" cy="533400"/>
          </a:xfrm>
          <a:prstGeom prst="rect">
            <a:avLst/>
          </a:prstGeom>
          <a:noFill/>
          <a:ln w="0">
            <a:noFill/>
            <a:prstDash val="solid"/>
          </a:ln>
        </p:spPr>
        <p:txBody>
          <a:bodyPr lIns="0" tIns="0" rIns="0" bIns="0" anchor="ctr">
            <a:normAutofit/>
          </a:bodyPr>
          <a:lstStyle>
            <a:defPPr algn="ctr">
              <a:defRPr sz="1163">
                <a:solidFill>
                  <a:srgbClr val="142B4E"/>
                </a:solidFill>
                <a:latin typeface="Aptos"/>
                <a:ea typeface="Aptos"/>
                <a:cs typeface="Aptos"/>
              </a:defRPr>
            </a:defPPr>
            <a:lvl1pPr algn="ctr">
              <a:buNone/>
              <a:defRPr sz="1163">
                <a:solidFill>
                  <a:srgbClr val="142B4E"/>
                </a:solidFill>
                <a:latin typeface="Aptos"/>
                <a:ea typeface="Aptos"/>
                <a:cs typeface="Aptos"/>
              </a:defRPr>
            </a:lvl1pPr>
            <a:lvl2pPr algn="ctr">
              <a:buNone/>
              <a:defRPr sz="1163">
                <a:solidFill>
                  <a:srgbClr val="142B4E"/>
                </a:solidFill>
                <a:latin typeface="Aptos"/>
                <a:ea typeface="Aptos"/>
                <a:cs typeface="Aptos"/>
              </a:defRPr>
            </a:lvl2pPr>
            <a:lvl3pPr algn="ctr">
              <a:buNone/>
              <a:defRPr sz="1163">
                <a:solidFill>
                  <a:srgbClr val="142B4E"/>
                </a:solidFill>
                <a:latin typeface="Aptos"/>
                <a:ea typeface="Aptos"/>
                <a:cs typeface="Aptos"/>
              </a:defRPr>
            </a:lvl3pPr>
            <a:lvl4pPr algn="ctr">
              <a:buNone/>
              <a:defRPr sz="1163">
                <a:solidFill>
                  <a:srgbClr val="142B4E"/>
                </a:solidFill>
                <a:latin typeface="Aptos"/>
                <a:ea typeface="Aptos"/>
                <a:cs typeface="Aptos"/>
              </a:defRPr>
            </a:lvl4pPr>
            <a:lvl5pPr algn="ctr">
              <a:buNone/>
              <a:defRPr sz="1163">
                <a:solidFill>
                  <a:srgbClr val="142B4E"/>
                </a:solidFill>
                <a:latin typeface="Aptos"/>
                <a:ea typeface="Aptos"/>
                <a:cs typeface="Aptos"/>
              </a:defRPr>
            </a:lvl5pPr>
            <a:lvl6pPr algn="ctr">
              <a:buNone/>
              <a:defRPr sz="1163">
                <a:solidFill>
                  <a:srgbClr val="142B4E"/>
                </a:solidFill>
                <a:latin typeface="Aptos"/>
                <a:ea typeface="Aptos"/>
                <a:cs typeface="Aptos"/>
              </a:defRPr>
            </a:lvl6pPr>
            <a:lvl7pPr algn="ctr">
              <a:buNone/>
              <a:defRPr sz="1163">
                <a:solidFill>
                  <a:srgbClr val="142B4E"/>
                </a:solidFill>
                <a:latin typeface="Aptos"/>
                <a:ea typeface="Aptos"/>
                <a:cs typeface="Aptos"/>
              </a:defRPr>
            </a:lvl7pPr>
            <a:lvl8pPr algn="ctr">
              <a:buNone/>
              <a:defRPr sz="1163">
                <a:solidFill>
                  <a:srgbClr val="142B4E"/>
                </a:solidFill>
                <a:latin typeface="Aptos"/>
                <a:ea typeface="Aptos"/>
                <a:cs typeface="Aptos"/>
              </a:defRPr>
            </a:lvl8pPr>
            <a:lvl9pPr algn="ctr">
              <a:buNone/>
              <a:defRPr sz="1163">
                <a:solidFill>
                  <a:srgbClr val="142B4E"/>
                </a:solidFill>
                <a:latin typeface="Aptos"/>
                <a:ea typeface="Aptos"/>
                <a:cs typeface="Aptos"/>
              </a:defRPr>
            </a:lvl9pPr>
          </a:lstStyle>
          <a:p>
            <a:pPr algn="ctr">
              <a:lnSpc>
                <a:spcPct val="106000"/>
              </a:lnSpc>
              <a:buNone/>
              <a:defRPr sz="1163">
                <a:solidFill>
                  <a:srgbClr val="142B4E"/>
                </a:solidFill>
                <a:latin typeface="Aptos"/>
                <a:ea typeface="Aptos"/>
                <a:cs typeface="Aptos"/>
              </a:defRPr>
            </a:pPr>
            <a:r>
              <a:rPr sz="1163">
                <a:solidFill>
                  <a:srgbClr val="142B4E"/>
                </a:solidFill>
                <a:latin typeface="Aptos"/>
                <a:ea typeface="Aptos"/>
                <a:cs typeface="Aptos"/>
              </a:rPr>
              <a:t>cập nhật trọng số</a:t>
            </a:r>
          </a:p>
        </p:txBody>
      </p:sp>
      <p:sp>
        <p:nvSpPr>
          <p:cNvPr id="24" name="train-batch-note">
            <a:extLst>
              <a:ext uri="{FF2B5EF4-FFF2-40B4-BE49-F238E27FC236}">
                <a16:creationId xmlns:a16="http://schemas.microsoft.com/office/drawing/2014/main" id="{DBC2F7FA-5847-4CAD-83C7-91CA6C2A81E1}"/>
              </a:ext>
            </a:extLst>
          </p:cNvPr>
          <p:cNvSpPr>
            <a:spLocks noGrp="1"/>
          </p:cNvSpPr>
          <p:nvPr/>
        </p:nvSpPr>
        <p:spPr>
          <a:xfrm>
            <a:off x="704850" y="3000375"/>
            <a:ext cx="10715625" cy="247650"/>
          </a:xfrm>
          <a:prstGeom prst="rect">
            <a:avLst/>
          </a:prstGeom>
          <a:noFill/>
          <a:ln w="0">
            <a:noFill/>
            <a:prstDash val="solid"/>
          </a:ln>
        </p:spPr>
        <p:txBody>
          <a:bodyPr lIns="0" tIns="0" rIns="0" bIns="0" anchor="ctr">
            <a:normAutofit/>
          </a:bodyPr>
          <a:lstStyle>
            <a:defPPr algn="l">
              <a:defRPr sz="1238">
                <a:solidFill>
                  <a:srgbClr val="2D3748"/>
                </a:solidFill>
                <a:latin typeface="Aptos"/>
                <a:ea typeface="Aptos"/>
                <a:cs typeface="Aptos"/>
              </a:defRPr>
            </a:defPPr>
            <a:lvl1pPr algn="l">
              <a:buNone/>
              <a:defRPr sz="1238">
                <a:solidFill>
                  <a:srgbClr val="2D3748"/>
                </a:solidFill>
                <a:latin typeface="Aptos"/>
                <a:ea typeface="Aptos"/>
                <a:cs typeface="Aptos"/>
              </a:defRPr>
            </a:lvl1pPr>
            <a:lvl2pPr algn="l">
              <a:buNone/>
              <a:defRPr sz="1238">
                <a:solidFill>
                  <a:srgbClr val="2D3748"/>
                </a:solidFill>
                <a:latin typeface="Aptos"/>
                <a:ea typeface="Aptos"/>
                <a:cs typeface="Aptos"/>
              </a:defRPr>
            </a:lvl2pPr>
            <a:lvl3pPr algn="l">
              <a:buNone/>
              <a:defRPr sz="1238">
                <a:solidFill>
                  <a:srgbClr val="2D3748"/>
                </a:solidFill>
                <a:latin typeface="Aptos"/>
                <a:ea typeface="Aptos"/>
                <a:cs typeface="Aptos"/>
              </a:defRPr>
            </a:lvl3pPr>
            <a:lvl4pPr algn="l">
              <a:buNone/>
              <a:defRPr sz="1238">
                <a:solidFill>
                  <a:srgbClr val="2D3748"/>
                </a:solidFill>
                <a:latin typeface="Aptos"/>
                <a:ea typeface="Aptos"/>
                <a:cs typeface="Aptos"/>
              </a:defRPr>
            </a:lvl4pPr>
            <a:lvl5pPr algn="l">
              <a:buNone/>
              <a:defRPr sz="1238">
                <a:solidFill>
                  <a:srgbClr val="2D3748"/>
                </a:solidFill>
                <a:latin typeface="Aptos"/>
                <a:ea typeface="Aptos"/>
                <a:cs typeface="Aptos"/>
              </a:defRPr>
            </a:lvl5pPr>
            <a:lvl6pPr algn="l">
              <a:buNone/>
              <a:defRPr sz="1238">
                <a:solidFill>
                  <a:srgbClr val="2D3748"/>
                </a:solidFill>
                <a:latin typeface="Aptos"/>
                <a:ea typeface="Aptos"/>
                <a:cs typeface="Aptos"/>
              </a:defRPr>
            </a:lvl6pPr>
            <a:lvl7pPr algn="l">
              <a:buNone/>
              <a:defRPr sz="1238">
                <a:solidFill>
                  <a:srgbClr val="2D3748"/>
                </a:solidFill>
                <a:latin typeface="Aptos"/>
                <a:ea typeface="Aptos"/>
                <a:cs typeface="Aptos"/>
              </a:defRPr>
            </a:lvl7pPr>
            <a:lvl8pPr algn="l">
              <a:buNone/>
              <a:defRPr sz="1238">
                <a:solidFill>
                  <a:srgbClr val="2D3748"/>
                </a:solidFill>
                <a:latin typeface="Aptos"/>
                <a:ea typeface="Aptos"/>
                <a:cs typeface="Aptos"/>
              </a:defRPr>
            </a:lvl8pPr>
            <a:lvl9pPr algn="l">
              <a:buNone/>
              <a:defRPr sz="1238">
                <a:solidFill>
                  <a:srgbClr val="2D3748"/>
                </a:solidFill>
                <a:latin typeface="Aptos"/>
                <a:ea typeface="Aptos"/>
                <a:cs typeface="Aptos"/>
              </a:defRPr>
            </a:lvl9pPr>
          </a:lstStyle>
          <a:p>
            <a:pPr algn="l">
              <a:buNone/>
              <a:defRPr sz="1238">
                <a:solidFill>
                  <a:srgbClr val="2D3748"/>
                </a:solidFill>
                <a:latin typeface="Aptos"/>
                <a:ea typeface="Aptos"/>
                <a:cs typeface="Aptos"/>
              </a:defRPr>
            </a:pPr>
            <a:r>
              <a:rPr sz="1238">
                <a:solidFill>
                  <a:srgbClr val="2D3748"/>
                </a:solidFill>
                <a:latin typeface="Aptos"/>
                <a:ea typeface="Aptos"/>
                <a:cs typeface="Aptos"/>
              </a:rPr>
              <a:t>Một epoch chạy qua toàn bộ 45.000 ảnh train, chia thành khoảng 352 batch.</a:t>
            </a:r>
          </a:p>
        </p:txBody>
      </p:sp>
      <p:sp>
        <p:nvSpPr>
          <p:cNvPr id="25" name="train-validation-bg">
            <a:extLst>
              <a:ext uri="{FF2B5EF4-FFF2-40B4-BE49-F238E27FC236}">
                <a16:creationId xmlns:a16="http://schemas.microsoft.com/office/drawing/2014/main" id="{587A9F91-4C63-43C6-9010-8B768266CB99}"/>
              </a:ext>
            </a:extLst>
          </p:cNvPr>
          <p:cNvSpPr>
            <a:spLocks noGrp="1"/>
          </p:cNvSpPr>
          <p:nvPr/>
        </p:nvSpPr>
        <p:spPr>
          <a:xfrm>
            <a:off x="685800" y="3600450"/>
            <a:ext cx="3429000" cy="1657350"/>
          </a:xfrm>
          <a:prstGeom prst="roundRect">
            <a:avLst>
              <a:gd name="adj" fmla="val 4598"/>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train-validation-title">
            <a:extLst>
              <a:ext uri="{FF2B5EF4-FFF2-40B4-BE49-F238E27FC236}">
                <a16:creationId xmlns:a16="http://schemas.microsoft.com/office/drawing/2014/main" id="{E7F1E02C-861E-4A49-B862-E035963EF438}"/>
              </a:ext>
            </a:extLst>
          </p:cNvPr>
          <p:cNvSpPr>
            <a:spLocks noGrp="1"/>
          </p:cNvSpPr>
          <p:nvPr/>
        </p:nvSpPr>
        <p:spPr>
          <a:xfrm>
            <a:off x="857250" y="3724275"/>
            <a:ext cx="3086100" cy="257175"/>
          </a:xfrm>
          <a:prstGeom prst="rect">
            <a:avLst/>
          </a:prstGeom>
          <a:noFill/>
          <a:ln w="0">
            <a:noFill/>
            <a:prstDash val="solid"/>
          </a:ln>
        </p:spPr>
        <p:txBody>
          <a:bodyPr lIns="0" tIns="0" rIns="0" bIns="0" anchor="ctr">
            <a:normAutofit/>
          </a:bodyPr>
          <a:lstStyle>
            <a:defPPr algn="l">
              <a:defRPr sz="1388" b="1">
                <a:solidFill>
                  <a:srgbClr val="316EBE"/>
                </a:solidFill>
                <a:latin typeface="Aptos"/>
                <a:ea typeface="Aptos"/>
                <a:cs typeface="Aptos"/>
              </a:defRPr>
            </a:defPPr>
            <a:lvl1pPr algn="l">
              <a:buNone/>
              <a:defRPr sz="1388" b="1">
                <a:solidFill>
                  <a:srgbClr val="316EBE"/>
                </a:solidFill>
                <a:latin typeface="Aptos"/>
                <a:ea typeface="Aptos"/>
                <a:cs typeface="Aptos"/>
              </a:defRPr>
            </a:lvl1pPr>
            <a:lvl2pPr algn="l">
              <a:buNone/>
              <a:defRPr sz="1388" b="1">
                <a:solidFill>
                  <a:srgbClr val="316EBE"/>
                </a:solidFill>
                <a:latin typeface="Aptos"/>
                <a:ea typeface="Aptos"/>
                <a:cs typeface="Aptos"/>
              </a:defRPr>
            </a:lvl2pPr>
            <a:lvl3pPr algn="l">
              <a:buNone/>
              <a:defRPr sz="1388" b="1">
                <a:solidFill>
                  <a:srgbClr val="316EBE"/>
                </a:solidFill>
                <a:latin typeface="Aptos"/>
                <a:ea typeface="Aptos"/>
                <a:cs typeface="Aptos"/>
              </a:defRPr>
            </a:lvl3pPr>
            <a:lvl4pPr algn="l">
              <a:buNone/>
              <a:defRPr sz="1388" b="1">
                <a:solidFill>
                  <a:srgbClr val="316EBE"/>
                </a:solidFill>
                <a:latin typeface="Aptos"/>
                <a:ea typeface="Aptos"/>
                <a:cs typeface="Aptos"/>
              </a:defRPr>
            </a:lvl4pPr>
            <a:lvl5pPr algn="l">
              <a:buNone/>
              <a:defRPr sz="1388" b="1">
                <a:solidFill>
                  <a:srgbClr val="316EBE"/>
                </a:solidFill>
                <a:latin typeface="Aptos"/>
                <a:ea typeface="Aptos"/>
                <a:cs typeface="Aptos"/>
              </a:defRPr>
            </a:lvl5pPr>
            <a:lvl6pPr algn="l">
              <a:buNone/>
              <a:defRPr sz="1388" b="1">
                <a:solidFill>
                  <a:srgbClr val="316EBE"/>
                </a:solidFill>
                <a:latin typeface="Aptos"/>
                <a:ea typeface="Aptos"/>
                <a:cs typeface="Aptos"/>
              </a:defRPr>
            </a:lvl6pPr>
            <a:lvl7pPr algn="l">
              <a:buNone/>
              <a:defRPr sz="1388" b="1">
                <a:solidFill>
                  <a:srgbClr val="316EBE"/>
                </a:solidFill>
                <a:latin typeface="Aptos"/>
                <a:ea typeface="Aptos"/>
                <a:cs typeface="Aptos"/>
              </a:defRPr>
            </a:lvl7pPr>
            <a:lvl8pPr algn="l">
              <a:buNone/>
              <a:defRPr sz="1388" b="1">
                <a:solidFill>
                  <a:srgbClr val="316EBE"/>
                </a:solidFill>
                <a:latin typeface="Aptos"/>
                <a:ea typeface="Aptos"/>
                <a:cs typeface="Aptos"/>
              </a:defRPr>
            </a:lvl8pPr>
            <a:lvl9pPr algn="l">
              <a:buNone/>
              <a:defRPr sz="1388" b="1">
                <a:solidFill>
                  <a:srgbClr val="316EBE"/>
                </a:solidFill>
                <a:latin typeface="Aptos"/>
                <a:ea typeface="Aptos"/>
                <a:cs typeface="Aptos"/>
              </a:defRPr>
            </a:lvl9pPr>
          </a:lstStyle>
          <a:p>
            <a:pPr algn="l">
              <a:buNone/>
              <a:defRPr sz="1388" b="1">
                <a:solidFill>
                  <a:srgbClr val="316EBE"/>
                </a:solidFill>
                <a:latin typeface="Aptos"/>
                <a:ea typeface="Aptos"/>
                <a:cs typeface="Aptos"/>
              </a:defRPr>
            </a:pPr>
            <a:r>
              <a:rPr sz="1388" b="1">
                <a:solidFill>
                  <a:srgbClr val="316EBE"/>
                </a:solidFill>
                <a:latin typeface="Aptos"/>
                <a:ea typeface="Aptos"/>
                <a:cs typeface="Aptos"/>
              </a:rPr>
              <a:t>Validation mỗi epoch</a:t>
            </a:r>
          </a:p>
        </p:txBody>
      </p:sp>
      <p:sp>
        <p:nvSpPr>
          <p:cNvPr id="27" name="train-validation-body">
            <a:extLst>
              <a:ext uri="{FF2B5EF4-FFF2-40B4-BE49-F238E27FC236}">
                <a16:creationId xmlns:a16="http://schemas.microsoft.com/office/drawing/2014/main" id="{0409FE75-D372-4CEE-BD53-ABF93493A1CF}"/>
              </a:ext>
            </a:extLst>
          </p:cNvPr>
          <p:cNvSpPr>
            <a:spLocks noGrp="1"/>
          </p:cNvSpPr>
          <p:nvPr/>
        </p:nvSpPr>
        <p:spPr>
          <a:xfrm>
            <a:off x="857250" y="4067175"/>
            <a:ext cx="3086100" cy="1085850"/>
          </a:xfrm>
          <a:prstGeom prst="rect">
            <a:avLst/>
          </a:prstGeom>
          <a:noFill/>
          <a:ln w="0">
            <a:noFill/>
            <a:prstDash val="solid"/>
          </a:ln>
        </p:spPr>
        <p:txBody>
          <a:bodyPr lIns="0" tIns="0" rIns="0" bIns="0" anchor="ctr">
            <a:normAutofit/>
          </a:bodyPr>
          <a:lstStyle>
            <a:defPPr algn="l">
              <a:defRPr sz="1200">
                <a:solidFill>
                  <a:srgbClr val="2D3748"/>
                </a:solidFill>
                <a:latin typeface="Aptos"/>
                <a:ea typeface="Aptos"/>
                <a:cs typeface="Aptos"/>
              </a:defRPr>
            </a:defPPr>
            <a:lvl1pPr algn="l">
              <a:buNone/>
              <a:defRPr sz="1200">
                <a:solidFill>
                  <a:srgbClr val="2D3748"/>
                </a:solidFill>
                <a:latin typeface="Aptos"/>
                <a:ea typeface="Aptos"/>
                <a:cs typeface="Aptos"/>
              </a:defRPr>
            </a:lvl1pPr>
            <a:lvl2pPr algn="l">
              <a:buNone/>
              <a:defRPr sz="1200">
                <a:solidFill>
                  <a:srgbClr val="2D3748"/>
                </a:solidFill>
                <a:latin typeface="Aptos"/>
                <a:ea typeface="Aptos"/>
                <a:cs typeface="Aptos"/>
              </a:defRPr>
            </a:lvl2pPr>
            <a:lvl3pPr algn="l">
              <a:buNone/>
              <a:defRPr sz="1200">
                <a:solidFill>
                  <a:srgbClr val="2D3748"/>
                </a:solidFill>
                <a:latin typeface="Aptos"/>
                <a:ea typeface="Aptos"/>
                <a:cs typeface="Aptos"/>
              </a:defRPr>
            </a:lvl3pPr>
            <a:lvl4pPr algn="l">
              <a:buNone/>
              <a:defRPr sz="1200">
                <a:solidFill>
                  <a:srgbClr val="2D3748"/>
                </a:solidFill>
                <a:latin typeface="Aptos"/>
                <a:ea typeface="Aptos"/>
                <a:cs typeface="Aptos"/>
              </a:defRPr>
            </a:lvl4pPr>
            <a:lvl5pPr algn="l">
              <a:buNone/>
              <a:defRPr sz="1200">
                <a:solidFill>
                  <a:srgbClr val="2D3748"/>
                </a:solidFill>
                <a:latin typeface="Aptos"/>
                <a:ea typeface="Aptos"/>
                <a:cs typeface="Aptos"/>
              </a:defRPr>
            </a:lvl5pPr>
            <a:lvl6pPr algn="l">
              <a:buNone/>
              <a:defRPr sz="1200">
                <a:solidFill>
                  <a:srgbClr val="2D3748"/>
                </a:solidFill>
                <a:latin typeface="Aptos"/>
                <a:ea typeface="Aptos"/>
                <a:cs typeface="Aptos"/>
              </a:defRPr>
            </a:lvl6pPr>
            <a:lvl7pPr algn="l">
              <a:buNone/>
              <a:defRPr sz="1200">
                <a:solidFill>
                  <a:srgbClr val="2D3748"/>
                </a:solidFill>
                <a:latin typeface="Aptos"/>
                <a:ea typeface="Aptos"/>
                <a:cs typeface="Aptos"/>
              </a:defRPr>
            </a:lvl7pPr>
            <a:lvl8pPr algn="l">
              <a:buNone/>
              <a:defRPr sz="1200">
                <a:solidFill>
                  <a:srgbClr val="2D3748"/>
                </a:solidFill>
                <a:latin typeface="Aptos"/>
                <a:ea typeface="Aptos"/>
                <a:cs typeface="Aptos"/>
              </a:defRPr>
            </a:lvl8pPr>
            <a:lvl9pPr algn="l">
              <a:buNone/>
              <a:defRPr sz="1200">
                <a:solidFill>
                  <a:srgbClr val="2D3748"/>
                </a:solidFill>
                <a:latin typeface="Aptos"/>
                <a:ea typeface="Aptos"/>
                <a:cs typeface="Aptos"/>
              </a:defRPr>
            </a:lvl9pPr>
          </a:lstStyle>
          <a:p>
            <a:pPr algn="l">
              <a:lnSpc>
                <a:spcPct val="110000"/>
              </a:lnSpc>
              <a:buNone/>
              <a:defRPr sz="1200">
                <a:solidFill>
                  <a:srgbClr val="2D3748"/>
                </a:solidFill>
                <a:latin typeface="Aptos"/>
                <a:ea typeface="Aptos"/>
                <a:cs typeface="Aptos"/>
              </a:defRPr>
            </a:pPr>
            <a:r>
              <a:rPr sz="1200">
                <a:solidFill>
                  <a:srgbClr val="2D3748"/>
                </a:solidFill>
                <a:latin typeface="Aptos"/>
                <a:ea typeface="Aptos"/>
                <a:cs typeface="Aptos"/>
              </a:rPr>
              <a:t>Đo val_loss và val_accuracy trong eval mode, không lan truyền gradient và không cập nhật trọng số.</a:t>
            </a:r>
          </a:p>
        </p:txBody>
      </p:sp>
      <p:sp>
        <p:nvSpPr>
          <p:cNvPr id="28" name="train-scheduler-bg">
            <a:extLst>
              <a:ext uri="{FF2B5EF4-FFF2-40B4-BE49-F238E27FC236}">
                <a16:creationId xmlns:a16="http://schemas.microsoft.com/office/drawing/2014/main" id="{6AC435FE-D6CA-44DB-8DDE-F7CB039995B2}"/>
              </a:ext>
            </a:extLst>
          </p:cNvPr>
          <p:cNvSpPr>
            <a:spLocks noGrp="1"/>
          </p:cNvSpPr>
          <p:nvPr/>
        </p:nvSpPr>
        <p:spPr>
          <a:xfrm>
            <a:off x="4381500" y="3600450"/>
            <a:ext cx="3429000" cy="1657350"/>
          </a:xfrm>
          <a:prstGeom prst="roundRect">
            <a:avLst>
              <a:gd name="adj" fmla="val 4598"/>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9" name="train-scheduler-title">
            <a:extLst>
              <a:ext uri="{FF2B5EF4-FFF2-40B4-BE49-F238E27FC236}">
                <a16:creationId xmlns:a16="http://schemas.microsoft.com/office/drawing/2014/main" id="{EF9D0000-815C-4A54-9C83-060FA1D729EF}"/>
              </a:ext>
            </a:extLst>
          </p:cNvPr>
          <p:cNvSpPr>
            <a:spLocks noGrp="1"/>
          </p:cNvSpPr>
          <p:nvPr/>
        </p:nvSpPr>
        <p:spPr>
          <a:xfrm>
            <a:off x="4552950" y="3724275"/>
            <a:ext cx="3086100" cy="257175"/>
          </a:xfrm>
          <a:prstGeom prst="rect">
            <a:avLst/>
          </a:prstGeom>
          <a:noFill/>
          <a:ln w="0">
            <a:noFill/>
            <a:prstDash val="solid"/>
          </a:ln>
        </p:spPr>
        <p:txBody>
          <a:bodyPr lIns="0" tIns="0" rIns="0" bIns="0" anchor="ctr">
            <a:normAutofit/>
          </a:bodyPr>
          <a:lstStyle>
            <a:defPPr algn="l">
              <a:defRPr sz="1388" b="1">
                <a:solidFill>
                  <a:srgbClr val="318B5F"/>
                </a:solidFill>
                <a:latin typeface="Aptos"/>
                <a:ea typeface="Aptos"/>
                <a:cs typeface="Aptos"/>
              </a:defRPr>
            </a:defPPr>
            <a:lvl1pPr algn="l">
              <a:buNone/>
              <a:defRPr sz="1388" b="1">
                <a:solidFill>
                  <a:srgbClr val="318B5F"/>
                </a:solidFill>
                <a:latin typeface="Aptos"/>
                <a:ea typeface="Aptos"/>
                <a:cs typeface="Aptos"/>
              </a:defRPr>
            </a:lvl1pPr>
            <a:lvl2pPr algn="l">
              <a:buNone/>
              <a:defRPr sz="1388" b="1">
                <a:solidFill>
                  <a:srgbClr val="318B5F"/>
                </a:solidFill>
                <a:latin typeface="Aptos"/>
                <a:ea typeface="Aptos"/>
                <a:cs typeface="Aptos"/>
              </a:defRPr>
            </a:lvl2pPr>
            <a:lvl3pPr algn="l">
              <a:buNone/>
              <a:defRPr sz="1388" b="1">
                <a:solidFill>
                  <a:srgbClr val="318B5F"/>
                </a:solidFill>
                <a:latin typeface="Aptos"/>
                <a:ea typeface="Aptos"/>
                <a:cs typeface="Aptos"/>
              </a:defRPr>
            </a:lvl3pPr>
            <a:lvl4pPr algn="l">
              <a:buNone/>
              <a:defRPr sz="1388" b="1">
                <a:solidFill>
                  <a:srgbClr val="318B5F"/>
                </a:solidFill>
                <a:latin typeface="Aptos"/>
                <a:ea typeface="Aptos"/>
                <a:cs typeface="Aptos"/>
              </a:defRPr>
            </a:lvl4pPr>
            <a:lvl5pPr algn="l">
              <a:buNone/>
              <a:defRPr sz="1388" b="1">
                <a:solidFill>
                  <a:srgbClr val="318B5F"/>
                </a:solidFill>
                <a:latin typeface="Aptos"/>
                <a:ea typeface="Aptos"/>
                <a:cs typeface="Aptos"/>
              </a:defRPr>
            </a:lvl5pPr>
            <a:lvl6pPr algn="l">
              <a:buNone/>
              <a:defRPr sz="1388" b="1">
                <a:solidFill>
                  <a:srgbClr val="318B5F"/>
                </a:solidFill>
                <a:latin typeface="Aptos"/>
                <a:ea typeface="Aptos"/>
                <a:cs typeface="Aptos"/>
              </a:defRPr>
            </a:lvl6pPr>
            <a:lvl7pPr algn="l">
              <a:buNone/>
              <a:defRPr sz="1388" b="1">
                <a:solidFill>
                  <a:srgbClr val="318B5F"/>
                </a:solidFill>
                <a:latin typeface="Aptos"/>
                <a:ea typeface="Aptos"/>
                <a:cs typeface="Aptos"/>
              </a:defRPr>
            </a:lvl7pPr>
            <a:lvl8pPr algn="l">
              <a:buNone/>
              <a:defRPr sz="1388" b="1">
                <a:solidFill>
                  <a:srgbClr val="318B5F"/>
                </a:solidFill>
                <a:latin typeface="Aptos"/>
                <a:ea typeface="Aptos"/>
                <a:cs typeface="Aptos"/>
              </a:defRPr>
            </a:lvl8pPr>
            <a:lvl9pPr algn="l">
              <a:buNone/>
              <a:defRPr sz="1388" b="1">
                <a:solidFill>
                  <a:srgbClr val="318B5F"/>
                </a:solidFill>
                <a:latin typeface="Aptos"/>
                <a:ea typeface="Aptos"/>
                <a:cs typeface="Aptos"/>
              </a:defRPr>
            </a:lvl9pPr>
          </a:lstStyle>
          <a:p>
            <a:pPr algn="l">
              <a:buNone/>
              <a:defRPr sz="1388" b="1">
                <a:solidFill>
                  <a:srgbClr val="318B5F"/>
                </a:solidFill>
                <a:latin typeface="Aptos"/>
                <a:ea typeface="Aptos"/>
                <a:cs typeface="Aptos"/>
              </a:defRPr>
            </a:pPr>
            <a:r>
              <a:rPr sz="1388" b="1">
                <a:solidFill>
                  <a:srgbClr val="318B5F"/>
                </a:solidFill>
                <a:latin typeface="Aptos"/>
                <a:ea typeface="Aptos"/>
                <a:cs typeface="Aptos"/>
              </a:rPr>
              <a:t>Điều chỉnh học</a:t>
            </a:r>
          </a:p>
        </p:txBody>
      </p:sp>
      <p:sp>
        <p:nvSpPr>
          <p:cNvPr id="30" name="train-scheduler-body">
            <a:extLst>
              <a:ext uri="{FF2B5EF4-FFF2-40B4-BE49-F238E27FC236}">
                <a16:creationId xmlns:a16="http://schemas.microsoft.com/office/drawing/2014/main" id="{C195325C-6E01-425C-ADB2-28907ED78079}"/>
              </a:ext>
            </a:extLst>
          </p:cNvPr>
          <p:cNvSpPr>
            <a:spLocks noGrp="1"/>
          </p:cNvSpPr>
          <p:nvPr/>
        </p:nvSpPr>
        <p:spPr>
          <a:xfrm>
            <a:off x="4552950" y="4067175"/>
            <a:ext cx="3086100" cy="1085850"/>
          </a:xfrm>
          <a:prstGeom prst="rect">
            <a:avLst/>
          </a:prstGeom>
          <a:noFill/>
          <a:ln w="0">
            <a:noFill/>
            <a:prstDash val="solid"/>
          </a:ln>
        </p:spPr>
        <p:txBody>
          <a:bodyPr lIns="0" tIns="0" rIns="0" bIns="0" anchor="ctr">
            <a:normAutofit/>
          </a:bodyPr>
          <a:lstStyle>
            <a:defPPr algn="l">
              <a:defRPr sz="1200">
                <a:solidFill>
                  <a:srgbClr val="2D3748"/>
                </a:solidFill>
                <a:latin typeface="Aptos"/>
                <a:ea typeface="Aptos"/>
                <a:cs typeface="Aptos"/>
              </a:defRPr>
            </a:defPPr>
            <a:lvl1pPr algn="l">
              <a:buNone/>
              <a:defRPr sz="1200">
                <a:solidFill>
                  <a:srgbClr val="2D3748"/>
                </a:solidFill>
                <a:latin typeface="Aptos"/>
                <a:ea typeface="Aptos"/>
                <a:cs typeface="Aptos"/>
              </a:defRPr>
            </a:lvl1pPr>
            <a:lvl2pPr algn="l">
              <a:buNone/>
              <a:defRPr sz="1200">
                <a:solidFill>
                  <a:srgbClr val="2D3748"/>
                </a:solidFill>
                <a:latin typeface="Aptos"/>
                <a:ea typeface="Aptos"/>
                <a:cs typeface="Aptos"/>
              </a:defRPr>
            </a:lvl2pPr>
            <a:lvl3pPr algn="l">
              <a:buNone/>
              <a:defRPr sz="1200">
                <a:solidFill>
                  <a:srgbClr val="2D3748"/>
                </a:solidFill>
                <a:latin typeface="Aptos"/>
                <a:ea typeface="Aptos"/>
                <a:cs typeface="Aptos"/>
              </a:defRPr>
            </a:lvl3pPr>
            <a:lvl4pPr algn="l">
              <a:buNone/>
              <a:defRPr sz="1200">
                <a:solidFill>
                  <a:srgbClr val="2D3748"/>
                </a:solidFill>
                <a:latin typeface="Aptos"/>
                <a:ea typeface="Aptos"/>
                <a:cs typeface="Aptos"/>
              </a:defRPr>
            </a:lvl4pPr>
            <a:lvl5pPr algn="l">
              <a:buNone/>
              <a:defRPr sz="1200">
                <a:solidFill>
                  <a:srgbClr val="2D3748"/>
                </a:solidFill>
                <a:latin typeface="Aptos"/>
                <a:ea typeface="Aptos"/>
                <a:cs typeface="Aptos"/>
              </a:defRPr>
            </a:lvl5pPr>
            <a:lvl6pPr algn="l">
              <a:buNone/>
              <a:defRPr sz="1200">
                <a:solidFill>
                  <a:srgbClr val="2D3748"/>
                </a:solidFill>
                <a:latin typeface="Aptos"/>
                <a:ea typeface="Aptos"/>
                <a:cs typeface="Aptos"/>
              </a:defRPr>
            </a:lvl6pPr>
            <a:lvl7pPr algn="l">
              <a:buNone/>
              <a:defRPr sz="1200">
                <a:solidFill>
                  <a:srgbClr val="2D3748"/>
                </a:solidFill>
                <a:latin typeface="Aptos"/>
                <a:ea typeface="Aptos"/>
                <a:cs typeface="Aptos"/>
              </a:defRPr>
            </a:lvl7pPr>
            <a:lvl8pPr algn="l">
              <a:buNone/>
              <a:defRPr sz="1200">
                <a:solidFill>
                  <a:srgbClr val="2D3748"/>
                </a:solidFill>
                <a:latin typeface="Aptos"/>
                <a:ea typeface="Aptos"/>
                <a:cs typeface="Aptos"/>
              </a:defRPr>
            </a:lvl8pPr>
            <a:lvl9pPr algn="l">
              <a:buNone/>
              <a:defRPr sz="1200">
                <a:solidFill>
                  <a:srgbClr val="2D3748"/>
                </a:solidFill>
                <a:latin typeface="Aptos"/>
                <a:ea typeface="Aptos"/>
                <a:cs typeface="Aptos"/>
              </a:defRPr>
            </a:lvl9pPr>
          </a:lstStyle>
          <a:p>
            <a:pPr algn="l">
              <a:lnSpc>
                <a:spcPct val="110000"/>
              </a:lnSpc>
              <a:buNone/>
              <a:defRPr sz="1200">
                <a:solidFill>
                  <a:srgbClr val="2D3748"/>
                </a:solidFill>
                <a:latin typeface="Aptos"/>
                <a:ea typeface="Aptos"/>
                <a:cs typeface="Aptos"/>
              </a:defRPr>
            </a:pPr>
            <a:r>
              <a:rPr sz="1200">
                <a:solidFill>
                  <a:srgbClr val="2D3748"/>
                </a:solidFill>
                <a:latin typeface="Aptos"/>
                <a:ea typeface="Aptos"/>
                <a:cs typeface="Aptos"/>
              </a:rPr>
              <a:t>ReduceLROnPlateau giảm learning rate khi val_loss chững lại. AdamW bắt đầu ở 0,001 với weight decay 0,0001.</a:t>
            </a:r>
          </a:p>
        </p:txBody>
      </p:sp>
      <p:sp>
        <p:nvSpPr>
          <p:cNvPr id="31" name="train-checkpoint-bg">
            <a:extLst>
              <a:ext uri="{FF2B5EF4-FFF2-40B4-BE49-F238E27FC236}">
                <a16:creationId xmlns:a16="http://schemas.microsoft.com/office/drawing/2014/main" id="{F6EEA6C1-4EC2-4803-BFE8-FCB5D40B8736}"/>
              </a:ext>
            </a:extLst>
          </p:cNvPr>
          <p:cNvSpPr>
            <a:spLocks noGrp="1"/>
          </p:cNvSpPr>
          <p:nvPr/>
        </p:nvSpPr>
        <p:spPr>
          <a:xfrm>
            <a:off x="8077200" y="3600450"/>
            <a:ext cx="3429000" cy="1657350"/>
          </a:xfrm>
          <a:prstGeom prst="roundRect">
            <a:avLst>
              <a:gd name="adj" fmla="val 4598"/>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2" name="train-checkpoint-title">
            <a:extLst>
              <a:ext uri="{FF2B5EF4-FFF2-40B4-BE49-F238E27FC236}">
                <a16:creationId xmlns:a16="http://schemas.microsoft.com/office/drawing/2014/main" id="{4590814E-F406-432D-800D-44E4E263D4B6}"/>
              </a:ext>
            </a:extLst>
          </p:cNvPr>
          <p:cNvSpPr>
            <a:spLocks noGrp="1"/>
          </p:cNvSpPr>
          <p:nvPr/>
        </p:nvSpPr>
        <p:spPr>
          <a:xfrm>
            <a:off x="8248650" y="3724275"/>
            <a:ext cx="3086100" cy="257175"/>
          </a:xfrm>
          <a:prstGeom prst="rect">
            <a:avLst/>
          </a:prstGeom>
          <a:noFill/>
          <a:ln w="0">
            <a:noFill/>
            <a:prstDash val="solid"/>
          </a:ln>
        </p:spPr>
        <p:txBody>
          <a:bodyPr lIns="0" tIns="0" rIns="0" bIns="0" anchor="ctr">
            <a:normAutofit/>
          </a:bodyPr>
          <a:lstStyle>
            <a:defPPr algn="l">
              <a:defRPr sz="1388" b="1">
                <a:solidFill>
                  <a:srgbClr val="735BB4"/>
                </a:solidFill>
                <a:latin typeface="Aptos"/>
                <a:ea typeface="Aptos"/>
                <a:cs typeface="Aptos"/>
              </a:defRPr>
            </a:defPPr>
            <a:lvl1pPr algn="l">
              <a:buNone/>
              <a:defRPr sz="1388" b="1">
                <a:solidFill>
                  <a:srgbClr val="735BB4"/>
                </a:solidFill>
                <a:latin typeface="Aptos"/>
                <a:ea typeface="Aptos"/>
                <a:cs typeface="Aptos"/>
              </a:defRPr>
            </a:lvl1pPr>
            <a:lvl2pPr algn="l">
              <a:buNone/>
              <a:defRPr sz="1388" b="1">
                <a:solidFill>
                  <a:srgbClr val="735BB4"/>
                </a:solidFill>
                <a:latin typeface="Aptos"/>
                <a:ea typeface="Aptos"/>
                <a:cs typeface="Aptos"/>
              </a:defRPr>
            </a:lvl2pPr>
            <a:lvl3pPr algn="l">
              <a:buNone/>
              <a:defRPr sz="1388" b="1">
                <a:solidFill>
                  <a:srgbClr val="735BB4"/>
                </a:solidFill>
                <a:latin typeface="Aptos"/>
                <a:ea typeface="Aptos"/>
                <a:cs typeface="Aptos"/>
              </a:defRPr>
            </a:lvl3pPr>
            <a:lvl4pPr algn="l">
              <a:buNone/>
              <a:defRPr sz="1388" b="1">
                <a:solidFill>
                  <a:srgbClr val="735BB4"/>
                </a:solidFill>
                <a:latin typeface="Aptos"/>
                <a:ea typeface="Aptos"/>
                <a:cs typeface="Aptos"/>
              </a:defRPr>
            </a:lvl4pPr>
            <a:lvl5pPr algn="l">
              <a:buNone/>
              <a:defRPr sz="1388" b="1">
                <a:solidFill>
                  <a:srgbClr val="735BB4"/>
                </a:solidFill>
                <a:latin typeface="Aptos"/>
                <a:ea typeface="Aptos"/>
                <a:cs typeface="Aptos"/>
              </a:defRPr>
            </a:lvl5pPr>
            <a:lvl6pPr algn="l">
              <a:buNone/>
              <a:defRPr sz="1388" b="1">
                <a:solidFill>
                  <a:srgbClr val="735BB4"/>
                </a:solidFill>
                <a:latin typeface="Aptos"/>
                <a:ea typeface="Aptos"/>
                <a:cs typeface="Aptos"/>
              </a:defRPr>
            </a:lvl6pPr>
            <a:lvl7pPr algn="l">
              <a:buNone/>
              <a:defRPr sz="1388" b="1">
                <a:solidFill>
                  <a:srgbClr val="735BB4"/>
                </a:solidFill>
                <a:latin typeface="Aptos"/>
                <a:ea typeface="Aptos"/>
                <a:cs typeface="Aptos"/>
              </a:defRPr>
            </a:lvl7pPr>
            <a:lvl8pPr algn="l">
              <a:buNone/>
              <a:defRPr sz="1388" b="1">
                <a:solidFill>
                  <a:srgbClr val="735BB4"/>
                </a:solidFill>
                <a:latin typeface="Aptos"/>
                <a:ea typeface="Aptos"/>
                <a:cs typeface="Aptos"/>
              </a:defRPr>
            </a:lvl8pPr>
            <a:lvl9pPr algn="l">
              <a:buNone/>
              <a:defRPr sz="1388" b="1">
                <a:solidFill>
                  <a:srgbClr val="735BB4"/>
                </a:solidFill>
                <a:latin typeface="Aptos"/>
                <a:ea typeface="Aptos"/>
                <a:cs typeface="Aptos"/>
              </a:defRPr>
            </a:lvl9pPr>
          </a:lstStyle>
          <a:p>
            <a:pPr algn="l">
              <a:buNone/>
              <a:defRPr sz="1388" b="1">
                <a:solidFill>
                  <a:srgbClr val="735BB4"/>
                </a:solidFill>
                <a:latin typeface="Aptos"/>
                <a:ea typeface="Aptos"/>
                <a:cs typeface="Aptos"/>
              </a:defRPr>
            </a:pPr>
            <a:r>
              <a:rPr sz="1388" b="1">
                <a:solidFill>
                  <a:srgbClr val="735BB4"/>
                </a:solidFill>
                <a:latin typeface="Aptos"/>
                <a:ea typeface="Aptos"/>
                <a:cs typeface="Aptos"/>
              </a:rPr>
              <a:t>Chọn mô hình</a:t>
            </a:r>
          </a:p>
        </p:txBody>
      </p:sp>
      <p:sp>
        <p:nvSpPr>
          <p:cNvPr id="33" name="train-checkpoint-body">
            <a:extLst>
              <a:ext uri="{FF2B5EF4-FFF2-40B4-BE49-F238E27FC236}">
                <a16:creationId xmlns:a16="http://schemas.microsoft.com/office/drawing/2014/main" id="{7D6C5CB6-AA35-464C-954D-D86EB8FB4090}"/>
              </a:ext>
            </a:extLst>
          </p:cNvPr>
          <p:cNvSpPr>
            <a:spLocks noGrp="1"/>
          </p:cNvSpPr>
          <p:nvPr/>
        </p:nvSpPr>
        <p:spPr>
          <a:xfrm>
            <a:off x="8248650" y="4067175"/>
            <a:ext cx="3086100" cy="1085850"/>
          </a:xfrm>
          <a:prstGeom prst="rect">
            <a:avLst/>
          </a:prstGeom>
          <a:noFill/>
          <a:ln w="0">
            <a:noFill/>
            <a:prstDash val="solid"/>
          </a:ln>
        </p:spPr>
        <p:txBody>
          <a:bodyPr lIns="0" tIns="0" rIns="0" bIns="0" anchor="ctr">
            <a:normAutofit/>
          </a:bodyPr>
          <a:lstStyle>
            <a:defPPr algn="l">
              <a:defRPr sz="1200">
                <a:solidFill>
                  <a:srgbClr val="2D3748"/>
                </a:solidFill>
                <a:latin typeface="Aptos"/>
                <a:ea typeface="Aptos"/>
                <a:cs typeface="Aptos"/>
              </a:defRPr>
            </a:defPPr>
            <a:lvl1pPr algn="l">
              <a:buNone/>
              <a:defRPr sz="1200">
                <a:solidFill>
                  <a:srgbClr val="2D3748"/>
                </a:solidFill>
                <a:latin typeface="Aptos"/>
                <a:ea typeface="Aptos"/>
                <a:cs typeface="Aptos"/>
              </a:defRPr>
            </a:lvl1pPr>
            <a:lvl2pPr algn="l">
              <a:buNone/>
              <a:defRPr sz="1200">
                <a:solidFill>
                  <a:srgbClr val="2D3748"/>
                </a:solidFill>
                <a:latin typeface="Aptos"/>
                <a:ea typeface="Aptos"/>
                <a:cs typeface="Aptos"/>
              </a:defRPr>
            </a:lvl2pPr>
            <a:lvl3pPr algn="l">
              <a:buNone/>
              <a:defRPr sz="1200">
                <a:solidFill>
                  <a:srgbClr val="2D3748"/>
                </a:solidFill>
                <a:latin typeface="Aptos"/>
                <a:ea typeface="Aptos"/>
                <a:cs typeface="Aptos"/>
              </a:defRPr>
            </a:lvl3pPr>
            <a:lvl4pPr algn="l">
              <a:buNone/>
              <a:defRPr sz="1200">
                <a:solidFill>
                  <a:srgbClr val="2D3748"/>
                </a:solidFill>
                <a:latin typeface="Aptos"/>
                <a:ea typeface="Aptos"/>
                <a:cs typeface="Aptos"/>
              </a:defRPr>
            </a:lvl4pPr>
            <a:lvl5pPr algn="l">
              <a:buNone/>
              <a:defRPr sz="1200">
                <a:solidFill>
                  <a:srgbClr val="2D3748"/>
                </a:solidFill>
                <a:latin typeface="Aptos"/>
                <a:ea typeface="Aptos"/>
                <a:cs typeface="Aptos"/>
              </a:defRPr>
            </a:lvl5pPr>
            <a:lvl6pPr algn="l">
              <a:buNone/>
              <a:defRPr sz="1200">
                <a:solidFill>
                  <a:srgbClr val="2D3748"/>
                </a:solidFill>
                <a:latin typeface="Aptos"/>
                <a:ea typeface="Aptos"/>
                <a:cs typeface="Aptos"/>
              </a:defRPr>
            </a:lvl6pPr>
            <a:lvl7pPr algn="l">
              <a:buNone/>
              <a:defRPr sz="1200">
                <a:solidFill>
                  <a:srgbClr val="2D3748"/>
                </a:solidFill>
                <a:latin typeface="Aptos"/>
                <a:ea typeface="Aptos"/>
                <a:cs typeface="Aptos"/>
              </a:defRPr>
            </a:lvl7pPr>
            <a:lvl8pPr algn="l">
              <a:buNone/>
              <a:defRPr sz="1200">
                <a:solidFill>
                  <a:srgbClr val="2D3748"/>
                </a:solidFill>
                <a:latin typeface="Aptos"/>
                <a:ea typeface="Aptos"/>
                <a:cs typeface="Aptos"/>
              </a:defRPr>
            </a:lvl8pPr>
            <a:lvl9pPr algn="l">
              <a:buNone/>
              <a:defRPr sz="1200">
                <a:solidFill>
                  <a:srgbClr val="2D3748"/>
                </a:solidFill>
                <a:latin typeface="Aptos"/>
                <a:ea typeface="Aptos"/>
                <a:cs typeface="Aptos"/>
              </a:defRPr>
            </a:lvl9pPr>
          </a:lstStyle>
          <a:p>
            <a:pPr algn="l">
              <a:lnSpc>
                <a:spcPct val="110000"/>
              </a:lnSpc>
              <a:buNone/>
              <a:defRPr sz="1200">
                <a:solidFill>
                  <a:srgbClr val="2D3748"/>
                </a:solidFill>
                <a:latin typeface="Aptos"/>
                <a:ea typeface="Aptos"/>
                <a:cs typeface="Aptos"/>
              </a:defRPr>
            </a:pPr>
            <a:r>
              <a:rPr sz="1200">
                <a:solidFill>
                  <a:srgbClr val="2D3748"/>
                </a:solidFill>
                <a:latin typeface="Aptos"/>
                <a:ea typeface="Aptos"/>
                <a:cs typeface="Aptos"/>
              </a:rPr>
              <a:t>Lưu checkpoint khi val_loss thấp nhất. Dừng nếu 10 epoch liên tiếp không cải thiện, tối đa 80 epoch.</a:t>
            </a:r>
          </a:p>
        </p:txBody>
      </p:sp>
      <p:sp>
        <p:nvSpPr>
          <p:cNvPr id="34" name="train-split">
            <a:extLst>
              <a:ext uri="{FF2B5EF4-FFF2-40B4-BE49-F238E27FC236}">
                <a16:creationId xmlns:a16="http://schemas.microsoft.com/office/drawing/2014/main" id="{2CF7516A-5C74-42F7-B9B1-5CD0AC632D22}"/>
              </a:ext>
            </a:extLst>
          </p:cNvPr>
          <p:cNvSpPr>
            <a:spLocks noGrp="1"/>
          </p:cNvSpPr>
          <p:nvPr/>
        </p:nvSpPr>
        <p:spPr>
          <a:xfrm>
            <a:off x="685800" y="5600700"/>
            <a:ext cx="9715500" cy="257175"/>
          </a:xfrm>
          <a:prstGeom prst="rect">
            <a:avLst/>
          </a:prstGeom>
          <a:noFill/>
          <a:ln w="0">
            <a:noFill/>
            <a:prstDash val="solid"/>
          </a:ln>
        </p:spPr>
        <p:txBody>
          <a:bodyPr lIns="0" tIns="0" rIns="0" bIns="0" anchor="ctr">
            <a:normAutofit/>
          </a:bodyPr>
          <a:lstStyle>
            <a:defPPr algn="l">
              <a:defRPr sz="1200" b="1">
                <a:solidFill>
                  <a:srgbClr val="5F6B7C"/>
                </a:solidFill>
                <a:latin typeface="Aptos"/>
                <a:ea typeface="Aptos"/>
                <a:cs typeface="Aptos"/>
              </a:defRPr>
            </a:defPPr>
            <a:lvl1pPr algn="l">
              <a:buNone/>
              <a:defRPr sz="1200" b="1">
                <a:solidFill>
                  <a:srgbClr val="5F6B7C"/>
                </a:solidFill>
                <a:latin typeface="Aptos"/>
                <a:ea typeface="Aptos"/>
                <a:cs typeface="Aptos"/>
              </a:defRPr>
            </a:lvl1pPr>
            <a:lvl2pPr algn="l">
              <a:buNone/>
              <a:defRPr sz="1200" b="1">
                <a:solidFill>
                  <a:srgbClr val="5F6B7C"/>
                </a:solidFill>
                <a:latin typeface="Aptos"/>
                <a:ea typeface="Aptos"/>
                <a:cs typeface="Aptos"/>
              </a:defRPr>
            </a:lvl2pPr>
            <a:lvl3pPr algn="l">
              <a:buNone/>
              <a:defRPr sz="1200" b="1">
                <a:solidFill>
                  <a:srgbClr val="5F6B7C"/>
                </a:solidFill>
                <a:latin typeface="Aptos"/>
                <a:ea typeface="Aptos"/>
                <a:cs typeface="Aptos"/>
              </a:defRPr>
            </a:lvl3pPr>
            <a:lvl4pPr algn="l">
              <a:buNone/>
              <a:defRPr sz="1200" b="1">
                <a:solidFill>
                  <a:srgbClr val="5F6B7C"/>
                </a:solidFill>
                <a:latin typeface="Aptos"/>
                <a:ea typeface="Aptos"/>
                <a:cs typeface="Aptos"/>
              </a:defRPr>
            </a:lvl4pPr>
            <a:lvl5pPr algn="l">
              <a:buNone/>
              <a:defRPr sz="1200" b="1">
                <a:solidFill>
                  <a:srgbClr val="5F6B7C"/>
                </a:solidFill>
                <a:latin typeface="Aptos"/>
                <a:ea typeface="Aptos"/>
                <a:cs typeface="Aptos"/>
              </a:defRPr>
            </a:lvl5pPr>
            <a:lvl6pPr algn="l">
              <a:buNone/>
              <a:defRPr sz="1200" b="1">
                <a:solidFill>
                  <a:srgbClr val="5F6B7C"/>
                </a:solidFill>
                <a:latin typeface="Aptos"/>
                <a:ea typeface="Aptos"/>
                <a:cs typeface="Aptos"/>
              </a:defRPr>
            </a:lvl6pPr>
            <a:lvl7pPr algn="l">
              <a:buNone/>
              <a:defRPr sz="1200" b="1">
                <a:solidFill>
                  <a:srgbClr val="5F6B7C"/>
                </a:solidFill>
                <a:latin typeface="Aptos"/>
                <a:ea typeface="Aptos"/>
                <a:cs typeface="Aptos"/>
              </a:defRPr>
            </a:lvl7pPr>
            <a:lvl8pPr algn="l">
              <a:buNone/>
              <a:defRPr sz="1200" b="1">
                <a:solidFill>
                  <a:srgbClr val="5F6B7C"/>
                </a:solidFill>
                <a:latin typeface="Aptos"/>
                <a:ea typeface="Aptos"/>
                <a:cs typeface="Aptos"/>
              </a:defRPr>
            </a:lvl8pPr>
            <a:lvl9pPr algn="l">
              <a:buNone/>
              <a:defRPr sz="1200" b="1">
                <a:solidFill>
                  <a:srgbClr val="5F6B7C"/>
                </a:solidFill>
                <a:latin typeface="Aptos"/>
                <a:ea typeface="Aptos"/>
                <a:cs typeface="Aptos"/>
              </a:defRPr>
            </a:lvl9pPr>
          </a:lstStyle>
          <a:p>
            <a:pPr algn="l">
              <a:buNone/>
              <a:defRPr sz="1200" b="1">
                <a:solidFill>
                  <a:srgbClr val="5F6B7C"/>
                </a:solidFill>
                <a:latin typeface="Aptos"/>
                <a:ea typeface="Aptos"/>
                <a:cs typeface="Aptos"/>
              </a:defRPr>
            </a:pPr>
            <a:r>
              <a:rPr sz="1200" b="1">
                <a:solidFill>
                  <a:srgbClr val="5F6B7C"/>
                </a:solidFill>
                <a:latin typeface="Aptos"/>
                <a:ea typeface="Aptos"/>
                <a:cs typeface="Aptos"/>
              </a:rPr>
              <a:t>Dữ liệu: 45.000 train · 5.000 validation · 10.000 test</a:t>
            </a:r>
          </a:p>
        </p:txBody>
      </p:sp>
      <p:sp>
        <p:nvSpPr>
          <p:cNvPr id="37" name="TextBox 36">
            <a:extLst>
              <a:ext uri="{FF2B5EF4-FFF2-40B4-BE49-F238E27FC236}">
                <a16:creationId xmlns:a16="http://schemas.microsoft.com/office/drawing/2014/main" id="{6D74A8DA-3240-02E9-28FA-13EC43ACAF23}"/>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14</a:t>
            </a:r>
            <a:endParaRPr sz="1000" b="0" i="0">
              <a:solidFill>
                <a:srgbClr val="5F6B7C"/>
              </a:solidFill>
              <a:latin typeface="Aptos"/>
            </a:endParaRPr>
          </a:p>
        </p:txBody>
      </p:sp>
    </p:spTree>
    <p:extLst>
      <p:ext uri="{BB962C8B-B14F-4D97-AF65-F5344CB8AC3E}">
        <p14:creationId xmlns:p14="http://schemas.microsoft.com/office/powerpoint/2010/main" val="1093556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6">
            <a:extLst>
              <a:ext uri="{FF2B5EF4-FFF2-40B4-BE49-F238E27FC236}">
                <a16:creationId xmlns:a16="http://schemas.microsoft.com/office/drawing/2014/main" id="{D2126909-F0E4-A951-7814-F01754FE759B}"/>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a:t>Thiết </a:t>
            </a:r>
            <a:r>
              <a:rPr lang="en-US" err="1"/>
              <a:t>lập</a:t>
            </a:r>
            <a:r>
              <a:rPr lang="en-US"/>
              <a:t> </a:t>
            </a:r>
            <a:r>
              <a:rPr lang="en-US" err="1"/>
              <a:t>thực</a:t>
            </a:r>
            <a:r>
              <a:rPr lang="en-US"/>
              <a:t> </a:t>
            </a:r>
            <a:r>
              <a:rPr lang="en-US" err="1"/>
              <a:t>nghiệm</a:t>
            </a:r>
            <a:endParaRPr lang="en-US" sz="2550" b="1" err="1">
              <a:solidFill>
                <a:srgbClr val="142B4E"/>
              </a:solidFill>
              <a:latin typeface="Aptos"/>
              <a:ea typeface="Aptos"/>
              <a:cs typeface="Aptos"/>
            </a:endParaRPr>
          </a:p>
        </p:txBody>
      </p:sp>
      <p:pic>
        <p:nvPicPr>
          <p:cNvPr id="7" name="Picture 6">
            <a:extLst>
              <a:ext uri="{FF2B5EF4-FFF2-40B4-BE49-F238E27FC236}">
                <a16:creationId xmlns:a16="http://schemas.microsoft.com/office/drawing/2014/main" id="{7390CB5C-DA7F-ABD6-90A1-0DF30406C25E}"/>
              </a:ext>
            </a:extLst>
          </p:cNvPr>
          <p:cNvPicPr>
            <a:picLocks noChangeAspect="1"/>
          </p:cNvPicPr>
          <p:nvPr/>
        </p:nvPicPr>
        <p:blipFill>
          <a:blip r:embed="rId3"/>
          <a:stretch>
            <a:fillRect/>
          </a:stretch>
        </p:blipFill>
        <p:spPr>
          <a:xfrm>
            <a:off x="1272591" y="1043238"/>
            <a:ext cx="7639685" cy="4997450"/>
          </a:xfrm>
          <a:prstGeom prst="rect">
            <a:avLst/>
          </a:prstGeom>
        </p:spPr>
      </p:pic>
      <p:sp>
        <p:nvSpPr>
          <p:cNvPr id="26" name="TextBox 25">
            <a:extLst>
              <a:ext uri="{FF2B5EF4-FFF2-40B4-BE49-F238E27FC236}">
                <a16:creationId xmlns:a16="http://schemas.microsoft.com/office/drawing/2014/main" id="{1B191C05-EA71-28C6-F888-DC17EFFC2747}"/>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15</a:t>
            </a:r>
            <a:endParaRPr sz="1000" b="0" i="0">
              <a:solidFill>
                <a:srgbClr val="5F6B7C"/>
              </a:solidFill>
              <a:latin typeface="Aptos"/>
            </a:endParaRPr>
          </a:p>
        </p:txBody>
      </p:sp>
    </p:spTree>
    <p:extLst>
      <p:ext uri="{BB962C8B-B14F-4D97-AF65-F5344CB8AC3E}">
        <p14:creationId xmlns:p14="http://schemas.microsoft.com/office/powerpoint/2010/main" val="1695146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DE1B-6C6D-6AAB-7FF9-238FD068C665}"/>
            </a:ext>
          </a:extLst>
        </p:cNvPr>
        <p:cNvGrpSpPr/>
        <p:nvPr/>
      </p:nvGrpSpPr>
      <p:grpSpPr>
        <a:xfrm>
          <a:off x="0" y="0"/>
          <a:ext cx="0" cy="0"/>
          <a:chOff x="0" y="0"/>
          <a:chExt cx="0" cy="0"/>
        </a:xfrm>
      </p:grpSpPr>
      <p:sp>
        <p:nvSpPr>
          <p:cNvPr id="4" name="page-7">
            <a:extLst>
              <a:ext uri="{FF2B5EF4-FFF2-40B4-BE49-F238E27FC236}">
                <a16:creationId xmlns:a16="http://schemas.microsoft.com/office/drawing/2014/main" id="{BDD9682E-67BB-1A0B-B827-76DDDFF47D33}"/>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16</a:t>
            </a:r>
            <a:endParaRPr sz="998">
              <a:solidFill>
                <a:srgbClr val="5F6B7C"/>
              </a:solidFill>
              <a:latin typeface="Aptos"/>
              <a:ea typeface="Aptos"/>
              <a:cs typeface="Aptos"/>
            </a:endParaRPr>
          </a:p>
        </p:txBody>
      </p:sp>
      <p:sp>
        <p:nvSpPr>
          <p:cNvPr id="5" name="title-6">
            <a:extLst>
              <a:ext uri="{FF2B5EF4-FFF2-40B4-BE49-F238E27FC236}">
                <a16:creationId xmlns:a16="http://schemas.microsoft.com/office/drawing/2014/main" id="{A2D8E1F0-F78A-EE4B-B212-240BE02A0BAC}"/>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a:t>Visualize kernel (kernel 3x3)</a:t>
            </a:r>
            <a:endParaRPr lang="en-US" sz="2550" b="1">
              <a:solidFill>
                <a:srgbClr val="142B4E"/>
              </a:solidFill>
              <a:latin typeface="Aptos"/>
              <a:ea typeface="Aptos"/>
              <a:cs typeface="Aptos"/>
            </a:endParaRPr>
          </a:p>
        </p:txBody>
      </p:sp>
      <p:pic>
        <p:nvPicPr>
          <p:cNvPr id="2" name="Picture 1">
            <a:extLst>
              <a:ext uri="{FF2B5EF4-FFF2-40B4-BE49-F238E27FC236}">
                <a16:creationId xmlns:a16="http://schemas.microsoft.com/office/drawing/2014/main" id="{ADDC312E-58BF-2C04-B87A-76A34A2F02B3}"/>
              </a:ext>
            </a:extLst>
          </p:cNvPr>
          <p:cNvPicPr>
            <a:picLocks noChangeAspect="1"/>
          </p:cNvPicPr>
          <p:nvPr/>
        </p:nvPicPr>
        <p:blipFill>
          <a:blip r:embed="rId3"/>
          <a:stretch>
            <a:fillRect/>
          </a:stretch>
        </p:blipFill>
        <p:spPr>
          <a:xfrm>
            <a:off x="3854450" y="879793"/>
            <a:ext cx="5356860" cy="2781935"/>
          </a:xfrm>
          <a:prstGeom prst="rect">
            <a:avLst/>
          </a:prstGeom>
        </p:spPr>
      </p:pic>
      <p:pic>
        <p:nvPicPr>
          <p:cNvPr id="3" name="Picture 2">
            <a:extLst>
              <a:ext uri="{FF2B5EF4-FFF2-40B4-BE49-F238E27FC236}">
                <a16:creationId xmlns:a16="http://schemas.microsoft.com/office/drawing/2014/main" id="{F9F1B9F5-8F5A-EE3E-4B69-568C2CF52CFF}"/>
              </a:ext>
            </a:extLst>
          </p:cNvPr>
          <p:cNvPicPr>
            <a:picLocks noChangeAspect="1"/>
          </p:cNvPicPr>
          <p:nvPr/>
        </p:nvPicPr>
        <p:blipFill>
          <a:blip r:embed="rId4"/>
          <a:stretch>
            <a:fillRect/>
          </a:stretch>
        </p:blipFill>
        <p:spPr>
          <a:xfrm>
            <a:off x="3189605" y="3861752"/>
            <a:ext cx="6686550" cy="2416175"/>
          </a:xfrm>
          <a:prstGeom prst="rect">
            <a:avLst/>
          </a:prstGeom>
        </p:spPr>
      </p:pic>
    </p:spTree>
    <p:extLst>
      <p:ext uri="{BB962C8B-B14F-4D97-AF65-F5344CB8AC3E}">
        <p14:creationId xmlns:p14="http://schemas.microsoft.com/office/powerpoint/2010/main" val="3442656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83CB6-39A2-1647-D7EF-3F5B595C365E}"/>
            </a:ext>
          </a:extLst>
        </p:cNvPr>
        <p:cNvGrpSpPr/>
        <p:nvPr/>
      </p:nvGrpSpPr>
      <p:grpSpPr>
        <a:xfrm>
          <a:off x="0" y="0"/>
          <a:ext cx="0" cy="0"/>
          <a:chOff x="0" y="0"/>
          <a:chExt cx="0" cy="0"/>
        </a:xfrm>
      </p:grpSpPr>
      <p:sp>
        <p:nvSpPr>
          <p:cNvPr id="4" name="page-7">
            <a:extLst>
              <a:ext uri="{FF2B5EF4-FFF2-40B4-BE49-F238E27FC236}">
                <a16:creationId xmlns:a16="http://schemas.microsoft.com/office/drawing/2014/main" id="{794FF36A-21FD-E0B3-8490-0DF1F3D449F5}"/>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16</a:t>
            </a:r>
            <a:endParaRPr sz="998">
              <a:solidFill>
                <a:srgbClr val="5F6B7C"/>
              </a:solidFill>
              <a:latin typeface="Aptos"/>
              <a:ea typeface="Aptos"/>
              <a:cs typeface="Aptos"/>
            </a:endParaRPr>
          </a:p>
        </p:txBody>
      </p:sp>
      <p:sp>
        <p:nvSpPr>
          <p:cNvPr id="5" name="title-6">
            <a:extLst>
              <a:ext uri="{FF2B5EF4-FFF2-40B4-BE49-F238E27FC236}">
                <a16:creationId xmlns:a16="http://schemas.microsoft.com/office/drawing/2014/main" id="{224B2C54-DBB1-42A5-0B6C-085DFEA70869}"/>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a:t>Visualize feature map (kernel 3x3)</a:t>
            </a:r>
            <a:endParaRPr lang="en-US" sz="2550" b="1">
              <a:solidFill>
                <a:srgbClr val="142B4E"/>
              </a:solidFill>
              <a:latin typeface="Aptos"/>
              <a:ea typeface="Aptos"/>
              <a:cs typeface="Aptos"/>
            </a:endParaRPr>
          </a:p>
        </p:txBody>
      </p:sp>
      <p:sp>
        <p:nvSpPr>
          <p:cNvPr id="9" name="TextBox 8">
            <a:extLst>
              <a:ext uri="{FF2B5EF4-FFF2-40B4-BE49-F238E27FC236}">
                <a16:creationId xmlns:a16="http://schemas.microsoft.com/office/drawing/2014/main" id="{3F077208-86BA-116C-E7D5-C6A56FBD4854}"/>
              </a:ext>
            </a:extLst>
          </p:cNvPr>
          <p:cNvSpPr txBox="1"/>
          <p:nvPr/>
        </p:nvSpPr>
        <p:spPr>
          <a:xfrm>
            <a:off x="3052616" y="5640164"/>
            <a:ext cx="8585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8 feature map </a:t>
            </a:r>
            <a:r>
              <a:rPr lang="en-US" b="1" err="1"/>
              <a:t>đầu</a:t>
            </a:r>
            <a:r>
              <a:rPr lang="en-US" b="1"/>
              <a:t> </a:t>
            </a:r>
            <a:r>
              <a:rPr lang="en-US" b="1" err="1"/>
              <a:t>tiên</a:t>
            </a:r>
            <a:r>
              <a:rPr lang="en-US" b="1"/>
              <a:t> </a:t>
            </a:r>
            <a:r>
              <a:rPr lang="en-US" b="1" err="1"/>
              <a:t>của</a:t>
            </a:r>
            <a:r>
              <a:rPr lang="en-US" b="1"/>
              <a:t>  </a:t>
            </a:r>
            <a:r>
              <a:rPr lang="en-US" b="1" err="1"/>
              <a:t>mỗi</a:t>
            </a:r>
            <a:r>
              <a:rPr lang="en-US" b="1"/>
              <a:t> </a:t>
            </a:r>
            <a:r>
              <a:rPr lang="en-US" b="1" err="1"/>
              <a:t>khối</a:t>
            </a:r>
            <a:r>
              <a:rPr lang="en-US" b="1"/>
              <a:t> </a:t>
            </a:r>
            <a:r>
              <a:rPr lang="en-US" b="1" err="1"/>
              <a:t>ConvBlock</a:t>
            </a:r>
            <a:r>
              <a:rPr lang="en-US" b="1"/>
              <a:t> (Kernel 3x3)</a:t>
            </a:r>
          </a:p>
        </p:txBody>
      </p:sp>
      <p:pic>
        <p:nvPicPr>
          <p:cNvPr id="7" name="Picture 6">
            <a:extLst>
              <a:ext uri="{FF2B5EF4-FFF2-40B4-BE49-F238E27FC236}">
                <a16:creationId xmlns:a16="http://schemas.microsoft.com/office/drawing/2014/main" id="{B86026A2-44ED-8DCA-1441-5F9ED7CCC139}"/>
              </a:ext>
            </a:extLst>
          </p:cNvPr>
          <p:cNvPicPr>
            <a:picLocks noChangeAspect="1"/>
          </p:cNvPicPr>
          <p:nvPr/>
        </p:nvPicPr>
        <p:blipFill>
          <a:blip r:embed="rId3"/>
          <a:stretch>
            <a:fillRect/>
          </a:stretch>
        </p:blipFill>
        <p:spPr>
          <a:xfrm>
            <a:off x="640080" y="709556"/>
            <a:ext cx="11115040" cy="4676887"/>
          </a:xfrm>
          <a:prstGeom prst="rect">
            <a:avLst/>
          </a:prstGeom>
        </p:spPr>
      </p:pic>
    </p:spTree>
    <p:extLst>
      <p:ext uri="{BB962C8B-B14F-4D97-AF65-F5344CB8AC3E}">
        <p14:creationId xmlns:p14="http://schemas.microsoft.com/office/powerpoint/2010/main" val="1153202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BDCC6-E8E8-7A9E-6AE7-9215B494B94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DBFBE7-217F-BC2B-35D1-82D1B37CAD92}"/>
              </a:ext>
            </a:extLst>
          </p:cNvPr>
          <p:cNvPicPr>
            <a:picLocks noChangeAspect="1"/>
          </p:cNvPicPr>
          <p:nvPr/>
        </p:nvPicPr>
        <p:blipFill>
          <a:blip r:embed="rId3"/>
          <a:stretch>
            <a:fillRect/>
          </a:stretch>
        </p:blipFill>
        <p:spPr>
          <a:xfrm>
            <a:off x="2214071" y="1286309"/>
            <a:ext cx="7307462" cy="5366218"/>
          </a:xfrm>
          <a:prstGeom prst="rect">
            <a:avLst/>
          </a:prstGeom>
        </p:spPr>
      </p:pic>
      <p:sp>
        <p:nvSpPr>
          <p:cNvPr id="5" name="title-6">
            <a:extLst>
              <a:ext uri="{FF2B5EF4-FFF2-40B4-BE49-F238E27FC236}">
                <a16:creationId xmlns:a16="http://schemas.microsoft.com/office/drawing/2014/main" id="{55798D11-A7F6-B0E0-B818-1533BA059B73}"/>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err="1"/>
              <a:t>Kết</a:t>
            </a:r>
            <a:r>
              <a:rPr lang="en-US"/>
              <a:t> </a:t>
            </a:r>
            <a:r>
              <a:rPr lang="en-US" err="1"/>
              <a:t>quả</a:t>
            </a:r>
            <a:r>
              <a:rPr lang="en-US"/>
              <a:t> </a:t>
            </a:r>
            <a:r>
              <a:rPr lang="en-US" err="1"/>
              <a:t>thực</a:t>
            </a:r>
            <a:r>
              <a:rPr lang="en-US"/>
              <a:t> </a:t>
            </a:r>
            <a:r>
              <a:rPr lang="en-US" err="1"/>
              <a:t>nghiệm</a:t>
            </a:r>
            <a:r>
              <a:rPr lang="en-US"/>
              <a:t> </a:t>
            </a:r>
            <a:r>
              <a:rPr lang="en-US" err="1"/>
              <a:t>trên</a:t>
            </a:r>
            <a:r>
              <a:rPr lang="en-US"/>
              <a:t> 3 kernel </a:t>
            </a:r>
            <a:r>
              <a:rPr lang="en-US" err="1"/>
              <a:t>có</a:t>
            </a:r>
            <a:r>
              <a:rPr lang="en-US"/>
              <a:t> </a:t>
            </a:r>
            <a:r>
              <a:rPr lang="en-US" err="1"/>
              <a:t>kích</a:t>
            </a:r>
            <a:r>
              <a:rPr lang="en-US"/>
              <a:t> </a:t>
            </a:r>
            <a:r>
              <a:rPr lang="en-US" err="1"/>
              <a:t>thước</a:t>
            </a:r>
            <a:r>
              <a:rPr lang="en-US"/>
              <a:t> khác nhau</a:t>
            </a:r>
            <a:endParaRPr lang="en-US" sz="2550" b="1">
              <a:solidFill>
                <a:srgbClr val="142B4E"/>
              </a:solidFill>
              <a:latin typeface="Aptos"/>
              <a:ea typeface="Aptos"/>
              <a:cs typeface="Aptos"/>
            </a:endParaRPr>
          </a:p>
        </p:txBody>
      </p:sp>
      <p:sp>
        <p:nvSpPr>
          <p:cNvPr id="6" name="TextBox 5">
            <a:extLst>
              <a:ext uri="{FF2B5EF4-FFF2-40B4-BE49-F238E27FC236}">
                <a16:creationId xmlns:a16="http://schemas.microsoft.com/office/drawing/2014/main" id="{BF2EC998-7358-4AC5-5BF4-444A900D2E7B}"/>
              </a:ext>
            </a:extLst>
          </p:cNvPr>
          <p:cNvSpPr txBox="1"/>
          <p:nvPr/>
        </p:nvSpPr>
        <p:spPr>
          <a:xfrm>
            <a:off x="11292840" y="6492240"/>
            <a:ext cx="411480" cy="264688"/>
          </a:xfrm>
          <a:prstGeom prst="rect">
            <a:avLst/>
          </a:prstGeom>
          <a:noFill/>
        </p:spPr>
        <p:txBody>
          <a:bodyPr wrap="square" lIns="54864" tIns="54864" rIns="54864" bIns="54864" anchor="t">
            <a:spAutoFit/>
          </a:bodyPr>
          <a:lstStyle/>
          <a:p>
            <a:pPr algn="r">
              <a:spcAft>
                <a:spcPts val="200"/>
              </a:spcAft>
            </a:pPr>
            <a:r>
              <a:rPr lang="en-US" sz="1000" b="0" i="0">
                <a:solidFill>
                  <a:srgbClr val="5F6B7C"/>
                </a:solidFill>
                <a:latin typeface="Aptos"/>
              </a:rPr>
              <a:t>1</a:t>
            </a:r>
            <a:r>
              <a:rPr lang="en-US" sz="1000">
                <a:solidFill>
                  <a:srgbClr val="5F6B7C"/>
                </a:solidFill>
                <a:latin typeface="Aptos"/>
              </a:rPr>
              <a:t>8</a:t>
            </a:r>
            <a:endParaRPr sz="1000" b="0" i="0">
              <a:solidFill>
                <a:srgbClr val="5F6B7C"/>
              </a:solidFill>
              <a:latin typeface="Aptos"/>
            </a:endParaRPr>
          </a:p>
        </p:txBody>
      </p:sp>
    </p:spTree>
    <p:extLst>
      <p:ext uri="{BB962C8B-B14F-4D97-AF65-F5344CB8AC3E}">
        <p14:creationId xmlns:p14="http://schemas.microsoft.com/office/powerpoint/2010/main" val="631110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137F-BE2B-3966-A89F-69B2C32C4218}"/>
            </a:ext>
          </a:extLst>
        </p:cNvPr>
        <p:cNvGrpSpPr/>
        <p:nvPr/>
      </p:nvGrpSpPr>
      <p:grpSpPr>
        <a:xfrm>
          <a:off x="0" y="0"/>
          <a:ext cx="0" cy="0"/>
          <a:chOff x="0" y="0"/>
          <a:chExt cx="0" cy="0"/>
        </a:xfrm>
      </p:grpSpPr>
      <p:sp>
        <p:nvSpPr>
          <p:cNvPr id="4" name="page-7">
            <a:extLst>
              <a:ext uri="{FF2B5EF4-FFF2-40B4-BE49-F238E27FC236}">
                <a16:creationId xmlns:a16="http://schemas.microsoft.com/office/drawing/2014/main" id="{A91DC470-5ECF-5C51-A44D-6B7736F93FCD}"/>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17</a:t>
            </a:r>
            <a:endParaRPr sz="998">
              <a:solidFill>
                <a:srgbClr val="5F6B7C"/>
              </a:solidFill>
              <a:latin typeface="Aptos"/>
              <a:ea typeface="Aptos"/>
              <a:cs typeface="Aptos"/>
            </a:endParaRPr>
          </a:p>
        </p:txBody>
      </p:sp>
      <p:sp>
        <p:nvSpPr>
          <p:cNvPr id="5" name="title-6">
            <a:extLst>
              <a:ext uri="{FF2B5EF4-FFF2-40B4-BE49-F238E27FC236}">
                <a16:creationId xmlns:a16="http://schemas.microsoft.com/office/drawing/2014/main" id="{D14B2534-8063-1D30-7344-1B4E920D34C9}"/>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a:t>Visualize feature vector (</a:t>
            </a:r>
            <a:r>
              <a:rPr lang="en-US" err="1"/>
              <a:t>tSNE</a:t>
            </a:r>
            <a:r>
              <a:rPr lang="en-US"/>
              <a:t>)</a:t>
            </a:r>
            <a:endParaRPr lang="en-US" sz="2550" b="1">
              <a:solidFill>
                <a:srgbClr val="142B4E"/>
              </a:solidFill>
              <a:latin typeface="Aptos"/>
              <a:ea typeface="Aptos"/>
              <a:cs typeface="Aptos"/>
            </a:endParaRPr>
          </a:p>
        </p:txBody>
      </p:sp>
      <p:pic>
        <p:nvPicPr>
          <p:cNvPr id="2" name="Picture 1">
            <a:extLst>
              <a:ext uri="{FF2B5EF4-FFF2-40B4-BE49-F238E27FC236}">
                <a16:creationId xmlns:a16="http://schemas.microsoft.com/office/drawing/2014/main" id="{8E8258FD-23BB-645B-1F6B-EB391A2E9B1D}"/>
              </a:ext>
            </a:extLst>
          </p:cNvPr>
          <p:cNvPicPr>
            <a:picLocks noChangeAspect="1"/>
          </p:cNvPicPr>
          <p:nvPr/>
        </p:nvPicPr>
        <p:blipFill>
          <a:blip r:embed="rId3"/>
          <a:stretch>
            <a:fillRect/>
          </a:stretch>
        </p:blipFill>
        <p:spPr>
          <a:xfrm>
            <a:off x="358189" y="1055914"/>
            <a:ext cx="3877395" cy="3722915"/>
          </a:xfrm>
          <a:prstGeom prst="rect">
            <a:avLst/>
          </a:prstGeom>
        </p:spPr>
      </p:pic>
      <p:pic>
        <p:nvPicPr>
          <p:cNvPr id="3" name="Picture 2">
            <a:extLst>
              <a:ext uri="{FF2B5EF4-FFF2-40B4-BE49-F238E27FC236}">
                <a16:creationId xmlns:a16="http://schemas.microsoft.com/office/drawing/2014/main" id="{6D1BA00A-A954-D642-C5D9-7F355E2F1F9A}"/>
              </a:ext>
            </a:extLst>
          </p:cNvPr>
          <p:cNvPicPr>
            <a:picLocks noChangeAspect="1"/>
          </p:cNvPicPr>
          <p:nvPr/>
        </p:nvPicPr>
        <p:blipFill>
          <a:blip r:embed="rId4"/>
          <a:stretch>
            <a:fillRect/>
          </a:stretch>
        </p:blipFill>
        <p:spPr>
          <a:xfrm>
            <a:off x="4451218" y="1055914"/>
            <a:ext cx="3529051" cy="3722914"/>
          </a:xfrm>
          <a:prstGeom prst="rect">
            <a:avLst/>
          </a:prstGeom>
        </p:spPr>
      </p:pic>
      <p:pic>
        <p:nvPicPr>
          <p:cNvPr id="6" name="Picture 5">
            <a:extLst>
              <a:ext uri="{FF2B5EF4-FFF2-40B4-BE49-F238E27FC236}">
                <a16:creationId xmlns:a16="http://schemas.microsoft.com/office/drawing/2014/main" id="{4EEB3E7B-313B-ACCC-B6C3-3DE101FA2D02}"/>
              </a:ext>
            </a:extLst>
          </p:cNvPr>
          <p:cNvPicPr>
            <a:picLocks noChangeAspect="1"/>
          </p:cNvPicPr>
          <p:nvPr/>
        </p:nvPicPr>
        <p:blipFill>
          <a:blip r:embed="rId5"/>
          <a:stretch>
            <a:fillRect/>
          </a:stretch>
        </p:blipFill>
        <p:spPr>
          <a:xfrm>
            <a:off x="8097932" y="1055916"/>
            <a:ext cx="3757652" cy="3722914"/>
          </a:xfrm>
          <a:prstGeom prst="rect">
            <a:avLst/>
          </a:prstGeom>
        </p:spPr>
      </p:pic>
      <p:sp>
        <p:nvSpPr>
          <p:cNvPr id="9" name="TextBox 8">
            <a:extLst>
              <a:ext uri="{FF2B5EF4-FFF2-40B4-BE49-F238E27FC236}">
                <a16:creationId xmlns:a16="http://schemas.microsoft.com/office/drawing/2014/main" id="{A9D855DB-FEDF-4962-5066-E46653139F03}"/>
              </a:ext>
            </a:extLst>
          </p:cNvPr>
          <p:cNvSpPr txBox="1"/>
          <p:nvPr/>
        </p:nvSpPr>
        <p:spPr>
          <a:xfrm>
            <a:off x="1487976" y="4888324"/>
            <a:ext cx="1341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Kernel 3x3</a:t>
            </a:r>
          </a:p>
        </p:txBody>
      </p:sp>
      <p:sp>
        <p:nvSpPr>
          <p:cNvPr id="11" name="TextBox 10">
            <a:extLst>
              <a:ext uri="{FF2B5EF4-FFF2-40B4-BE49-F238E27FC236}">
                <a16:creationId xmlns:a16="http://schemas.microsoft.com/office/drawing/2014/main" id="{1FB448F2-7CDB-C68E-987D-5FFF56077472}"/>
              </a:ext>
            </a:extLst>
          </p:cNvPr>
          <p:cNvSpPr txBox="1"/>
          <p:nvPr/>
        </p:nvSpPr>
        <p:spPr>
          <a:xfrm>
            <a:off x="5548347" y="4888324"/>
            <a:ext cx="1341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Kernel 7x7</a:t>
            </a:r>
          </a:p>
        </p:txBody>
      </p:sp>
      <p:sp>
        <p:nvSpPr>
          <p:cNvPr id="13" name="TextBox 12">
            <a:extLst>
              <a:ext uri="{FF2B5EF4-FFF2-40B4-BE49-F238E27FC236}">
                <a16:creationId xmlns:a16="http://schemas.microsoft.com/office/drawing/2014/main" id="{50FFA728-A4AD-0EE6-3876-9C83B1D2F336}"/>
              </a:ext>
            </a:extLst>
          </p:cNvPr>
          <p:cNvSpPr txBox="1"/>
          <p:nvPr/>
        </p:nvSpPr>
        <p:spPr>
          <a:xfrm>
            <a:off x="9303919" y="4888324"/>
            <a:ext cx="1341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Kernel 9x9</a:t>
            </a:r>
          </a:p>
        </p:txBody>
      </p:sp>
    </p:spTree>
    <p:extLst>
      <p:ext uri="{BB962C8B-B14F-4D97-AF65-F5344CB8AC3E}">
        <p14:creationId xmlns:p14="http://schemas.microsoft.com/office/powerpoint/2010/main" val="1647714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3B118-D959-60D4-E4A6-36E739981070}"/>
            </a:ext>
          </a:extLst>
        </p:cNvPr>
        <p:cNvGrpSpPr/>
        <p:nvPr/>
      </p:nvGrpSpPr>
      <p:grpSpPr>
        <a:xfrm>
          <a:off x="0" y="0"/>
          <a:ext cx="0" cy="0"/>
          <a:chOff x="0" y="0"/>
          <a:chExt cx="0" cy="0"/>
        </a:xfrm>
      </p:grpSpPr>
      <p:sp>
        <p:nvSpPr>
          <p:cNvPr id="4" name="page-7">
            <a:extLst>
              <a:ext uri="{FF2B5EF4-FFF2-40B4-BE49-F238E27FC236}">
                <a16:creationId xmlns:a16="http://schemas.microsoft.com/office/drawing/2014/main" id="{1E571D57-FA43-435F-35EB-36D62770E291}"/>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19</a:t>
            </a:r>
            <a:endParaRPr sz="998">
              <a:solidFill>
                <a:srgbClr val="5F6B7C"/>
              </a:solidFill>
              <a:latin typeface="Aptos"/>
              <a:ea typeface="Aptos"/>
              <a:cs typeface="Aptos"/>
            </a:endParaRPr>
          </a:p>
        </p:txBody>
      </p:sp>
      <p:pic>
        <p:nvPicPr>
          <p:cNvPr id="2" name="Picture 1">
            <a:extLst>
              <a:ext uri="{FF2B5EF4-FFF2-40B4-BE49-F238E27FC236}">
                <a16:creationId xmlns:a16="http://schemas.microsoft.com/office/drawing/2014/main" id="{C0828D92-8518-5B39-14D2-A0A7DF35A036}"/>
              </a:ext>
            </a:extLst>
          </p:cNvPr>
          <p:cNvPicPr>
            <a:picLocks noChangeAspect="1"/>
          </p:cNvPicPr>
          <p:nvPr/>
        </p:nvPicPr>
        <p:blipFill>
          <a:blip r:embed="rId3"/>
          <a:stretch>
            <a:fillRect/>
          </a:stretch>
        </p:blipFill>
        <p:spPr>
          <a:xfrm>
            <a:off x="539115" y="1341755"/>
            <a:ext cx="9843770" cy="3077210"/>
          </a:xfrm>
          <a:prstGeom prst="rect">
            <a:avLst/>
          </a:prstGeom>
        </p:spPr>
      </p:pic>
      <p:sp>
        <p:nvSpPr>
          <p:cNvPr id="6" name="title-6">
            <a:extLst>
              <a:ext uri="{FF2B5EF4-FFF2-40B4-BE49-F238E27FC236}">
                <a16:creationId xmlns:a16="http://schemas.microsoft.com/office/drawing/2014/main" id="{8D97A19D-F1E1-095D-A7AA-C0D45DD830E8}"/>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err="1"/>
              <a:t>Kết</a:t>
            </a:r>
            <a:r>
              <a:rPr lang="en-US"/>
              <a:t> </a:t>
            </a:r>
            <a:r>
              <a:rPr lang="en-US" err="1"/>
              <a:t>quả</a:t>
            </a:r>
            <a:r>
              <a:rPr lang="en-US"/>
              <a:t> </a:t>
            </a:r>
            <a:r>
              <a:rPr lang="en-US" err="1"/>
              <a:t>thực</a:t>
            </a:r>
            <a:r>
              <a:rPr lang="en-US"/>
              <a:t> </a:t>
            </a:r>
            <a:r>
              <a:rPr lang="en-US" err="1"/>
              <a:t>nghiệm</a:t>
            </a:r>
            <a:endParaRPr lang="en-US" sz="2550" b="1" err="1">
              <a:solidFill>
                <a:srgbClr val="142B4E"/>
              </a:solidFill>
              <a:latin typeface="Aptos"/>
              <a:ea typeface="Aptos"/>
              <a:cs typeface="Aptos"/>
            </a:endParaRPr>
          </a:p>
        </p:txBody>
      </p:sp>
    </p:spTree>
    <p:extLst>
      <p:ext uri="{BB962C8B-B14F-4D97-AF65-F5344CB8AC3E}">
        <p14:creationId xmlns:p14="http://schemas.microsoft.com/office/powerpoint/2010/main" val="4039764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D14D-62B1-01CF-C6D8-A22F9871BD1B}"/>
            </a:ext>
          </a:extLst>
        </p:cNvPr>
        <p:cNvGrpSpPr/>
        <p:nvPr/>
      </p:nvGrpSpPr>
      <p:grpSpPr>
        <a:xfrm>
          <a:off x="0" y="0"/>
          <a:ext cx="0" cy="0"/>
          <a:chOff x="0" y="0"/>
          <a:chExt cx="0" cy="0"/>
        </a:xfrm>
      </p:grpSpPr>
      <p:sp>
        <p:nvSpPr>
          <p:cNvPr id="4" name="page-7">
            <a:extLst>
              <a:ext uri="{FF2B5EF4-FFF2-40B4-BE49-F238E27FC236}">
                <a16:creationId xmlns:a16="http://schemas.microsoft.com/office/drawing/2014/main" id="{CA9F0788-C1BB-8493-E55A-F4799F80DABE}"/>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sz="998">
                <a:solidFill>
                  <a:srgbClr val="5F6B7C"/>
                </a:solidFill>
                <a:latin typeface="Aptos"/>
                <a:ea typeface="Aptos"/>
                <a:cs typeface="Aptos"/>
              </a:rPr>
              <a:t>20</a:t>
            </a:r>
            <a:endParaRPr sz="998">
              <a:solidFill>
                <a:srgbClr val="5F6B7C"/>
              </a:solidFill>
              <a:latin typeface="Aptos"/>
              <a:ea typeface="Aptos"/>
              <a:cs typeface="Aptos"/>
            </a:endParaRPr>
          </a:p>
        </p:txBody>
      </p:sp>
      <p:sp>
        <p:nvSpPr>
          <p:cNvPr id="6" name="title-6">
            <a:extLst>
              <a:ext uri="{FF2B5EF4-FFF2-40B4-BE49-F238E27FC236}">
                <a16:creationId xmlns:a16="http://schemas.microsoft.com/office/drawing/2014/main" id="{4CCB32F0-672A-83BE-0879-D46E26DE917E}"/>
              </a:ext>
            </a:extLst>
          </p:cNvPr>
          <p:cNvSpPr>
            <a:spLocks noGrp="1"/>
          </p:cNvSpPr>
          <p:nvPr/>
        </p:nvSpPr>
        <p:spPr>
          <a:xfrm>
            <a:off x="147320" y="3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a:t>Learning Curves </a:t>
            </a:r>
          </a:p>
        </p:txBody>
      </p:sp>
      <p:pic>
        <p:nvPicPr>
          <p:cNvPr id="5" name="Picture 4">
            <a:extLst>
              <a:ext uri="{FF2B5EF4-FFF2-40B4-BE49-F238E27FC236}">
                <a16:creationId xmlns:a16="http://schemas.microsoft.com/office/drawing/2014/main" id="{04861C9E-9D60-D0E9-8031-BBA012952679}"/>
              </a:ext>
            </a:extLst>
          </p:cNvPr>
          <p:cNvPicPr>
            <a:picLocks noChangeAspect="1"/>
          </p:cNvPicPr>
          <p:nvPr/>
        </p:nvPicPr>
        <p:blipFill>
          <a:blip r:embed="rId3"/>
          <a:stretch>
            <a:fillRect/>
          </a:stretch>
        </p:blipFill>
        <p:spPr>
          <a:xfrm>
            <a:off x="6156960" y="477667"/>
            <a:ext cx="5933440" cy="2935946"/>
          </a:xfrm>
          <a:prstGeom prst="rect">
            <a:avLst/>
          </a:prstGeom>
        </p:spPr>
      </p:pic>
      <p:pic>
        <p:nvPicPr>
          <p:cNvPr id="7" name="Picture 6">
            <a:extLst>
              <a:ext uri="{FF2B5EF4-FFF2-40B4-BE49-F238E27FC236}">
                <a16:creationId xmlns:a16="http://schemas.microsoft.com/office/drawing/2014/main" id="{5A5C9ADB-1153-D93B-0940-290F9D3CB70F}"/>
              </a:ext>
            </a:extLst>
          </p:cNvPr>
          <p:cNvPicPr>
            <a:picLocks noChangeAspect="1"/>
          </p:cNvPicPr>
          <p:nvPr/>
        </p:nvPicPr>
        <p:blipFill>
          <a:blip r:embed="rId4"/>
          <a:stretch>
            <a:fillRect/>
          </a:stretch>
        </p:blipFill>
        <p:spPr>
          <a:xfrm>
            <a:off x="10160" y="469457"/>
            <a:ext cx="5943600" cy="2932047"/>
          </a:xfrm>
          <a:prstGeom prst="rect">
            <a:avLst/>
          </a:prstGeom>
        </p:spPr>
      </p:pic>
      <p:pic>
        <p:nvPicPr>
          <p:cNvPr id="8" name="Picture 7">
            <a:extLst>
              <a:ext uri="{FF2B5EF4-FFF2-40B4-BE49-F238E27FC236}">
                <a16:creationId xmlns:a16="http://schemas.microsoft.com/office/drawing/2014/main" id="{2F966B59-2D8B-7982-E00E-E87E9CC7C19B}"/>
              </a:ext>
            </a:extLst>
          </p:cNvPr>
          <p:cNvPicPr>
            <a:picLocks noChangeAspect="1"/>
          </p:cNvPicPr>
          <p:nvPr/>
        </p:nvPicPr>
        <p:blipFill>
          <a:blip r:embed="rId5"/>
          <a:stretch>
            <a:fillRect/>
          </a:stretch>
        </p:blipFill>
        <p:spPr>
          <a:xfrm>
            <a:off x="3210560" y="3722200"/>
            <a:ext cx="5902960" cy="2918799"/>
          </a:xfrm>
          <a:prstGeom prst="rect">
            <a:avLst/>
          </a:prstGeom>
        </p:spPr>
      </p:pic>
      <p:sp>
        <p:nvSpPr>
          <p:cNvPr id="9" name="TextBox 8">
            <a:extLst>
              <a:ext uri="{FF2B5EF4-FFF2-40B4-BE49-F238E27FC236}">
                <a16:creationId xmlns:a16="http://schemas.microsoft.com/office/drawing/2014/main" id="{B2C2172C-9AAB-174E-7718-3D0235D6B596}"/>
              </a:ext>
            </a:extLst>
          </p:cNvPr>
          <p:cNvSpPr txBox="1"/>
          <p:nvPr/>
        </p:nvSpPr>
        <p:spPr>
          <a:xfrm>
            <a:off x="8634811" y="3241679"/>
            <a:ext cx="1341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Kernel 7x7</a:t>
            </a:r>
          </a:p>
        </p:txBody>
      </p:sp>
      <p:sp>
        <p:nvSpPr>
          <p:cNvPr id="10" name="TextBox 9">
            <a:extLst>
              <a:ext uri="{FF2B5EF4-FFF2-40B4-BE49-F238E27FC236}">
                <a16:creationId xmlns:a16="http://schemas.microsoft.com/office/drawing/2014/main" id="{6AE6FF64-AD32-0175-1E45-9DDDA77AC191}"/>
              </a:ext>
            </a:extLst>
          </p:cNvPr>
          <p:cNvSpPr txBox="1"/>
          <p:nvPr/>
        </p:nvSpPr>
        <p:spPr>
          <a:xfrm>
            <a:off x="2315290" y="3353438"/>
            <a:ext cx="1341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Kernel 3x3</a:t>
            </a:r>
          </a:p>
        </p:txBody>
      </p:sp>
      <p:sp>
        <p:nvSpPr>
          <p:cNvPr id="11" name="TextBox 10">
            <a:extLst>
              <a:ext uri="{FF2B5EF4-FFF2-40B4-BE49-F238E27FC236}">
                <a16:creationId xmlns:a16="http://schemas.microsoft.com/office/drawing/2014/main" id="{233F4FF1-11E4-EE27-44C9-21C4233C0DFD}"/>
              </a:ext>
            </a:extLst>
          </p:cNvPr>
          <p:cNvSpPr txBox="1"/>
          <p:nvPr/>
        </p:nvSpPr>
        <p:spPr>
          <a:xfrm>
            <a:off x="5617290" y="6462398"/>
            <a:ext cx="1341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Kernel 9x9</a:t>
            </a:r>
          </a:p>
        </p:txBody>
      </p:sp>
    </p:spTree>
    <p:extLst>
      <p:ext uri="{BB962C8B-B14F-4D97-AF65-F5344CB8AC3E}">
        <p14:creationId xmlns:p14="http://schemas.microsoft.com/office/powerpoint/2010/main" val="3868713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53E05-F6AC-F876-C517-34C8786FB6A9}"/>
            </a:ext>
          </a:extLst>
        </p:cNvPr>
        <p:cNvGrpSpPr/>
        <p:nvPr/>
      </p:nvGrpSpPr>
      <p:grpSpPr>
        <a:xfrm>
          <a:off x="0" y="0"/>
          <a:ext cx="0" cy="0"/>
          <a:chOff x="0" y="0"/>
          <a:chExt cx="0" cy="0"/>
        </a:xfrm>
      </p:grpSpPr>
      <p:sp>
        <p:nvSpPr>
          <p:cNvPr id="4" name="page-7">
            <a:extLst>
              <a:ext uri="{FF2B5EF4-FFF2-40B4-BE49-F238E27FC236}">
                <a16:creationId xmlns:a16="http://schemas.microsoft.com/office/drawing/2014/main" id="{75D86A95-0CDD-88CB-B487-596EE2BE8B0D}"/>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sz="998">
                <a:solidFill>
                  <a:srgbClr val="5F6B7C"/>
                </a:solidFill>
                <a:latin typeface="Aptos"/>
                <a:ea typeface="Aptos"/>
                <a:cs typeface="Aptos"/>
              </a:rPr>
              <a:t>21</a:t>
            </a:r>
            <a:endParaRPr sz="998">
              <a:solidFill>
                <a:srgbClr val="5F6B7C"/>
              </a:solidFill>
              <a:latin typeface="Aptos"/>
              <a:ea typeface="Aptos"/>
              <a:cs typeface="Aptos"/>
            </a:endParaRPr>
          </a:p>
        </p:txBody>
      </p:sp>
      <p:sp>
        <p:nvSpPr>
          <p:cNvPr id="6" name="title-6">
            <a:extLst>
              <a:ext uri="{FF2B5EF4-FFF2-40B4-BE49-F238E27FC236}">
                <a16:creationId xmlns:a16="http://schemas.microsoft.com/office/drawing/2014/main" id="{57303E5A-731A-CB59-7B21-E75AC216A836}"/>
              </a:ext>
            </a:extLst>
          </p:cNvPr>
          <p:cNvSpPr>
            <a:spLocks noGrp="1"/>
          </p:cNvSpPr>
          <p:nvPr/>
        </p:nvSpPr>
        <p:spPr>
          <a:xfrm>
            <a:off x="158206" y="3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defRPr sz="2550" b="1">
                <a:solidFill>
                  <a:srgbClr val="142B4E"/>
                </a:solidFill>
                <a:latin typeface="Aptos"/>
                <a:ea typeface="Aptos"/>
                <a:cs typeface="Aptos"/>
              </a:defRPr>
            </a:pPr>
            <a:r>
              <a:rPr lang="en-US"/>
              <a:t>Confusion Matrix (kernel 3x3)</a:t>
            </a:r>
          </a:p>
        </p:txBody>
      </p:sp>
      <p:pic>
        <p:nvPicPr>
          <p:cNvPr id="2" name="Picture 1">
            <a:extLst>
              <a:ext uri="{FF2B5EF4-FFF2-40B4-BE49-F238E27FC236}">
                <a16:creationId xmlns:a16="http://schemas.microsoft.com/office/drawing/2014/main" id="{B9E51137-4736-C10E-598F-A22894D27ED8}"/>
              </a:ext>
            </a:extLst>
          </p:cNvPr>
          <p:cNvPicPr>
            <a:picLocks noChangeAspect="1"/>
          </p:cNvPicPr>
          <p:nvPr/>
        </p:nvPicPr>
        <p:blipFill>
          <a:blip r:embed="rId3"/>
          <a:stretch>
            <a:fillRect/>
          </a:stretch>
        </p:blipFill>
        <p:spPr>
          <a:xfrm>
            <a:off x="3681" y="373017"/>
            <a:ext cx="7698272" cy="6289040"/>
          </a:xfrm>
          <a:prstGeom prst="rect">
            <a:avLst/>
          </a:prstGeom>
        </p:spPr>
      </p:pic>
      <p:sp>
        <p:nvSpPr>
          <p:cNvPr id="14" name="test-high-bg">
            <a:extLst>
              <a:ext uri="{FF2B5EF4-FFF2-40B4-BE49-F238E27FC236}">
                <a16:creationId xmlns:a16="http://schemas.microsoft.com/office/drawing/2014/main" id="{005225A2-753F-4013-8B74-46DD100A3148}"/>
              </a:ext>
            </a:extLst>
          </p:cNvPr>
          <p:cNvSpPr>
            <a:spLocks noGrp="1"/>
          </p:cNvSpPr>
          <p:nvPr/>
        </p:nvSpPr>
        <p:spPr>
          <a:xfrm>
            <a:off x="8518071" y="2809874"/>
            <a:ext cx="2852058" cy="1484540"/>
          </a:xfrm>
          <a:prstGeom prst="roundRect">
            <a:avLst>
              <a:gd name="adj" fmla="val 3265"/>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defPPr>
              <a:defRPr lang="en-US"/>
            </a:defPPr>
            <a:lvl1pPr marL="0" algn="l" defTabSz="914400" rtl="0" eaLnBrk="1" latinLnBrk="0" hangingPunct="1">
              <a:defRPr sz="18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j-lt"/>
                <a:ea typeface="+mj-ea"/>
                <a:cs typeface="+mj-cs"/>
              </a:defRPr>
            </a:lvl2pPr>
            <a:lvl3pPr marL="914400" algn="l" defTabSz="914400" rtl="0" eaLnBrk="1" latinLnBrk="0" hangingPunct="1">
              <a:defRPr sz="1800" kern="1200">
                <a:solidFill>
                  <a:schemeClr val="tx1"/>
                </a:solidFill>
                <a:latin typeface="+mj-lt"/>
                <a:ea typeface="+mj-ea"/>
                <a:cs typeface="+mj-cs"/>
              </a:defRPr>
            </a:lvl3pPr>
            <a:lvl4pPr marL="1371600" algn="l" defTabSz="914400" rtl="0" eaLnBrk="1" latinLnBrk="0" hangingPunct="1">
              <a:defRPr sz="1800" kern="1200">
                <a:solidFill>
                  <a:schemeClr val="tx1"/>
                </a:solidFill>
                <a:latin typeface="+mj-lt"/>
                <a:ea typeface="+mj-ea"/>
                <a:cs typeface="+mj-cs"/>
              </a:defRPr>
            </a:lvl4pPr>
            <a:lvl5pPr marL="1828800" algn="l" defTabSz="914400" rtl="0" eaLnBrk="1" latinLnBrk="0" hangingPunct="1">
              <a:defRPr sz="1800" kern="1200">
                <a:solidFill>
                  <a:schemeClr val="tx1"/>
                </a:solidFill>
                <a:latin typeface="+mj-lt"/>
                <a:ea typeface="+mj-ea"/>
                <a:cs typeface="+mj-cs"/>
              </a:defRPr>
            </a:lvl5pPr>
            <a:lvl6pPr marL="2286000" algn="l" defTabSz="914400" rtl="0" eaLnBrk="1" latinLnBrk="0" hangingPunct="1">
              <a:defRPr sz="1800" kern="1200">
                <a:solidFill>
                  <a:schemeClr val="tx1"/>
                </a:solidFill>
                <a:latin typeface="+mj-lt"/>
                <a:ea typeface="+mj-ea"/>
                <a:cs typeface="+mj-cs"/>
              </a:defRPr>
            </a:lvl6pPr>
            <a:lvl7pPr marL="2743200" algn="l" defTabSz="914400" rtl="0" eaLnBrk="1" latinLnBrk="0" hangingPunct="1">
              <a:defRPr sz="1800" kern="1200">
                <a:solidFill>
                  <a:schemeClr val="tx1"/>
                </a:solidFill>
                <a:latin typeface="+mj-lt"/>
                <a:ea typeface="+mj-ea"/>
                <a:cs typeface="+mj-cs"/>
              </a:defRPr>
            </a:lvl7pPr>
            <a:lvl8pPr marL="3200400" algn="l" defTabSz="914400" rtl="0" eaLnBrk="1" latinLnBrk="0" hangingPunct="1">
              <a:defRPr sz="1800" kern="1200">
                <a:solidFill>
                  <a:schemeClr val="tx1"/>
                </a:solidFill>
                <a:latin typeface="+mj-lt"/>
                <a:ea typeface="+mj-ea"/>
                <a:cs typeface="+mj-cs"/>
              </a:defRPr>
            </a:lvl8pPr>
            <a:lvl9pPr marL="3657600" algn="l" defTabSz="914400" rtl="0" eaLnBrk="1" latinLnBrk="0" hangingPunct="1">
              <a:defRPr sz="1800" kern="1200">
                <a:solidFill>
                  <a:schemeClr val="tx1"/>
                </a:solidFill>
                <a:latin typeface="+mj-lt"/>
                <a:ea typeface="+mj-ea"/>
                <a:cs typeface="+mj-cs"/>
              </a:defRPr>
            </a:lvl9pPr>
          </a:lstStyle>
          <a:p>
            <a:endParaRPr lang="en-US"/>
          </a:p>
        </p:txBody>
      </p:sp>
      <p:sp>
        <p:nvSpPr>
          <p:cNvPr id="15" name="test-high-title">
            <a:extLst>
              <a:ext uri="{FF2B5EF4-FFF2-40B4-BE49-F238E27FC236}">
                <a16:creationId xmlns:a16="http://schemas.microsoft.com/office/drawing/2014/main" id="{B49F42E4-B843-44C2-B2DF-BBF1A2F5D585}"/>
              </a:ext>
            </a:extLst>
          </p:cNvPr>
          <p:cNvSpPr>
            <a:spLocks noGrp="1"/>
          </p:cNvSpPr>
          <p:nvPr/>
        </p:nvSpPr>
        <p:spPr>
          <a:xfrm>
            <a:off x="8624207" y="2879271"/>
            <a:ext cx="2563586" cy="170090"/>
          </a:xfrm>
          <a:prstGeom prst="rect">
            <a:avLst/>
          </a:prstGeom>
          <a:noFill/>
          <a:ln w="0">
            <a:noFill/>
            <a:prstDash val="solid"/>
          </a:ln>
        </p:spPr>
        <p:txBody>
          <a:bodyPr lIns="0" tIns="0" rIns="0" bIns="0" anchor="ctr">
            <a:noAutofit/>
          </a:bodyPr>
          <a:lstStyle>
            <a:defPPr algn="l">
              <a:defRPr lang="en-US" sz="1388" b="1">
                <a:solidFill>
                  <a:srgbClr val="318B5F"/>
                </a:solidFill>
                <a:latin typeface="Aptos"/>
                <a:ea typeface="Aptos"/>
                <a:cs typeface="Aptos"/>
              </a:defRPr>
            </a:defPPr>
            <a:lvl1pPr marL="0" algn="l" defTabSz="914400" rtl="0" eaLnBrk="1" latinLnBrk="0" hangingPunct="1">
              <a:buNone/>
              <a:defRPr sz="1388" b="1" kern="1200">
                <a:solidFill>
                  <a:srgbClr val="318B5F"/>
                </a:solidFill>
                <a:latin typeface="Aptos"/>
                <a:ea typeface="Aptos"/>
                <a:cs typeface="Aptos"/>
              </a:defRPr>
            </a:lvl1pPr>
            <a:lvl2pPr marL="457200" algn="l" defTabSz="914400" rtl="0" eaLnBrk="1" latinLnBrk="0" hangingPunct="1">
              <a:buNone/>
              <a:defRPr sz="1388" b="1" kern="1200">
                <a:solidFill>
                  <a:srgbClr val="318B5F"/>
                </a:solidFill>
                <a:latin typeface="Aptos"/>
                <a:ea typeface="Aptos"/>
                <a:cs typeface="Aptos"/>
              </a:defRPr>
            </a:lvl2pPr>
            <a:lvl3pPr marL="914400" algn="l" defTabSz="914400" rtl="0" eaLnBrk="1" latinLnBrk="0" hangingPunct="1">
              <a:buNone/>
              <a:defRPr sz="1388" b="1" kern="1200">
                <a:solidFill>
                  <a:srgbClr val="318B5F"/>
                </a:solidFill>
                <a:latin typeface="Aptos"/>
                <a:ea typeface="Aptos"/>
                <a:cs typeface="Aptos"/>
              </a:defRPr>
            </a:lvl3pPr>
            <a:lvl4pPr marL="1371600" algn="l" defTabSz="914400" rtl="0" eaLnBrk="1" latinLnBrk="0" hangingPunct="1">
              <a:buNone/>
              <a:defRPr sz="1388" b="1" kern="1200">
                <a:solidFill>
                  <a:srgbClr val="318B5F"/>
                </a:solidFill>
                <a:latin typeface="Aptos"/>
                <a:ea typeface="Aptos"/>
                <a:cs typeface="Aptos"/>
              </a:defRPr>
            </a:lvl4pPr>
            <a:lvl5pPr marL="1828800" algn="l" defTabSz="914400" rtl="0" eaLnBrk="1" latinLnBrk="0" hangingPunct="1">
              <a:buNone/>
              <a:defRPr sz="1388" b="1" kern="1200">
                <a:solidFill>
                  <a:srgbClr val="318B5F"/>
                </a:solidFill>
                <a:latin typeface="Aptos"/>
                <a:ea typeface="Aptos"/>
                <a:cs typeface="Aptos"/>
              </a:defRPr>
            </a:lvl5pPr>
            <a:lvl6pPr marL="2286000" algn="l" defTabSz="914400" rtl="0" eaLnBrk="1" latinLnBrk="0" hangingPunct="1">
              <a:buNone/>
              <a:defRPr sz="1388" b="1" kern="1200">
                <a:solidFill>
                  <a:srgbClr val="318B5F"/>
                </a:solidFill>
                <a:latin typeface="Aptos"/>
                <a:ea typeface="Aptos"/>
                <a:cs typeface="Aptos"/>
              </a:defRPr>
            </a:lvl6pPr>
            <a:lvl7pPr marL="2743200" algn="l" defTabSz="914400" rtl="0" eaLnBrk="1" latinLnBrk="0" hangingPunct="1">
              <a:buNone/>
              <a:defRPr sz="1388" b="1" kern="1200">
                <a:solidFill>
                  <a:srgbClr val="318B5F"/>
                </a:solidFill>
                <a:latin typeface="Aptos"/>
                <a:ea typeface="Aptos"/>
                <a:cs typeface="Aptos"/>
              </a:defRPr>
            </a:lvl7pPr>
            <a:lvl8pPr marL="3200400" algn="l" defTabSz="914400" rtl="0" eaLnBrk="1" latinLnBrk="0" hangingPunct="1">
              <a:buNone/>
              <a:defRPr sz="1388" b="1" kern="1200">
                <a:solidFill>
                  <a:srgbClr val="318B5F"/>
                </a:solidFill>
                <a:latin typeface="Aptos"/>
                <a:ea typeface="Aptos"/>
                <a:cs typeface="Aptos"/>
              </a:defRPr>
            </a:lvl8pPr>
            <a:lvl9pPr marL="3657600" algn="l" defTabSz="914400" rtl="0" eaLnBrk="1" latinLnBrk="0" hangingPunct="1">
              <a:buNone/>
              <a:defRPr sz="1388" b="1" kern="1200">
                <a:solidFill>
                  <a:srgbClr val="318B5F"/>
                </a:solidFill>
                <a:latin typeface="Aptos"/>
                <a:ea typeface="Aptos"/>
                <a:cs typeface="Aptos"/>
              </a:defRPr>
            </a:lvl9pPr>
          </a:lstStyle>
          <a:p>
            <a:pPr algn="l">
              <a:buNone/>
              <a:defRPr sz="1388" b="1">
                <a:solidFill>
                  <a:srgbClr val="318B5F"/>
                </a:solidFill>
                <a:latin typeface="Aptos"/>
                <a:ea typeface="Aptos"/>
                <a:cs typeface="Aptos"/>
              </a:defRPr>
            </a:pPr>
            <a:r>
              <a:rPr sz="1500" b="1">
                <a:solidFill>
                  <a:srgbClr val="318B5F"/>
                </a:solidFill>
                <a:latin typeface="Aptos"/>
                <a:ea typeface="Aptos"/>
                <a:cs typeface="Aptos"/>
              </a:rPr>
              <a:t>F1-score </a:t>
            </a:r>
            <a:r>
              <a:rPr sz="1500" b="1" err="1">
                <a:solidFill>
                  <a:srgbClr val="318B5F"/>
                </a:solidFill>
                <a:latin typeface="Aptos"/>
                <a:ea typeface="Aptos"/>
                <a:cs typeface="Aptos"/>
              </a:rPr>
              <a:t>cao</a:t>
            </a:r>
            <a:r>
              <a:rPr sz="1500" b="1">
                <a:solidFill>
                  <a:srgbClr val="318B5F"/>
                </a:solidFill>
                <a:latin typeface="Aptos"/>
                <a:ea typeface="Aptos"/>
                <a:cs typeface="Aptos"/>
              </a:rPr>
              <a:t> </a:t>
            </a:r>
            <a:endParaRPr lang="en-US" sz="1500" b="1">
              <a:solidFill>
                <a:srgbClr val="318B5F"/>
              </a:solidFill>
              <a:latin typeface="Aptos"/>
              <a:ea typeface="Aptos"/>
              <a:cs typeface="Aptos"/>
            </a:endParaRPr>
          </a:p>
        </p:txBody>
      </p:sp>
      <p:sp>
        <p:nvSpPr>
          <p:cNvPr id="16" name="test-high-body">
            <a:extLst>
              <a:ext uri="{FF2B5EF4-FFF2-40B4-BE49-F238E27FC236}">
                <a16:creationId xmlns:a16="http://schemas.microsoft.com/office/drawing/2014/main" id="{BDD69F09-72B9-425D-8B6A-21051B019035}"/>
              </a:ext>
            </a:extLst>
          </p:cNvPr>
          <p:cNvSpPr>
            <a:spLocks noGrp="1"/>
          </p:cNvSpPr>
          <p:nvPr/>
        </p:nvSpPr>
        <p:spPr>
          <a:xfrm>
            <a:off x="8635093" y="3058885"/>
            <a:ext cx="2563586" cy="1130754"/>
          </a:xfrm>
          <a:prstGeom prst="rect">
            <a:avLst/>
          </a:prstGeom>
          <a:noFill/>
          <a:ln w="0">
            <a:noFill/>
            <a:prstDash val="solid"/>
          </a:ln>
        </p:spPr>
        <p:txBody>
          <a:bodyPr lIns="0" tIns="0" rIns="0" bIns="0" anchor="ctr">
            <a:normAutofit/>
          </a:bodyPr>
          <a:lstStyle>
            <a:defPPr algn="l">
              <a:defRPr lang="en-US" sz="1275">
                <a:solidFill>
                  <a:srgbClr val="2D3748"/>
                </a:solidFill>
                <a:latin typeface="Aptos"/>
                <a:ea typeface="Aptos"/>
                <a:cs typeface="Aptos"/>
              </a:defRPr>
            </a:defPPr>
            <a:lvl1pPr marL="0" algn="l" defTabSz="914400" rtl="0" eaLnBrk="1" latinLnBrk="0" hangingPunct="1">
              <a:buNone/>
              <a:defRPr sz="1275" kern="1200">
                <a:solidFill>
                  <a:srgbClr val="2D3748"/>
                </a:solidFill>
                <a:latin typeface="Aptos"/>
                <a:ea typeface="Aptos"/>
                <a:cs typeface="Aptos"/>
              </a:defRPr>
            </a:lvl1pPr>
            <a:lvl2pPr marL="457200" algn="l" defTabSz="914400" rtl="0" eaLnBrk="1" latinLnBrk="0" hangingPunct="1">
              <a:buNone/>
              <a:defRPr sz="1275" kern="1200">
                <a:solidFill>
                  <a:srgbClr val="2D3748"/>
                </a:solidFill>
                <a:latin typeface="Aptos"/>
                <a:ea typeface="Aptos"/>
                <a:cs typeface="Aptos"/>
              </a:defRPr>
            </a:lvl2pPr>
            <a:lvl3pPr marL="914400" algn="l" defTabSz="914400" rtl="0" eaLnBrk="1" latinLnBrk="0" hangingPunct="1">
              <a:buNone/>
              <a:defRPr sz="1275" kern="1200">
                <a:solidFill>
                  <a:srgbClr val="2D3748"/>
                </a:solidFill>
                <a:latin typeface="Aptos"/>
                <a:ea typeface="Aptos"/>
                <a:cs typeface="Aptos"/>
              </a:defRPr>
            </a:lvl3pPr>
            <a:lvl4pPr marL="1371600" algn="l" defTabSz="914400" rtl="0" eaLnBrk="1" latinLnBrk="0" hangingPunct="1">
              <a:buNone/>
              <a:defRPr sz="1275" kern="1200">
                <a:solidFill>
                  <a:srgbClr val="2D3748"/>
                </a:solidFill>
                <a:latin typeface="Aptos"/>
                <a:ea typeface="Aptos"/>
                <a:cs typeface="Aptos"/>
              </a:defRPr>
            </a:lvl4pPr>
            <a:lvl5pPr marL="1828800" algn="l" defTabSz="914400" rtl="0" eaLnBrk="1" latinLnBrk="0" hangingPunct="1">
              <a:buNone/>
              <a:defRPr sz="1275" kern="1200">
                <a:solidFill>
                  <a:srgbClr val="2D3748"/>
                </a:solidFill>
                <a:latin typeface="Aptos"/>
                <a:ea typeface="Aptos"/>
                <a:cs typeface="Aptos"/>
              </a:defRPr>
            </a:lvl5pPr>
            <a:lvl6pPr marL="2286000" algn="l" defTabSz="914400" rtl="0" eaLnBrk="1" latinLnBrk="0" hangingPunct="1">
              <a:buNone/>
              <a:defRPr sz="1275" kern="1200">
                <a:solidFill>
                  <a:srgbClr val="2D3748"/>
                </a:solidFill>
                <a:latin typeface="Aptos"/>
                <a:ea typeface="Aptos"/>
                <a:cs typeface="Aptos"/>
              </a:defRPr>
            </a:lvl6pPr>
            <a:lvl7pPr marL="2743200" algn="l" defTabSz="914400" rtl="0" eaLnBrk="1" latinLnBrk="0" hangingPunct="1">
              <a:buNone/>
              <a:defRPr sz="1275" kern="1200">
                <a:solidFill>
                  <a:srgbClr val="2D3748"/>
                </a:solidFill>
                <a:latin typeface="Aptos"/>
                <a:ea typeface="Aptos"/>
                <a:cs typeface="Aptos"/>
              </a:defRPr>
            </a:lvl7pPr>
            <a:lvl8pPr marL="3200400" algn="l" defTabSz="914400" rtl="0" eaLnBrk="1" latinLnBrk="0" hangingPunct="1">
              <a:buNone/>
              <a:defRPr sz="1275" kern="1200">
                <a:solidFill>
                  <a:srgbClr val="2D3748"/>
                </a:solidFill>
                <a:latin typeface="Aptos"/>
                <a:ea typeface="Aptos"/>
                <a:cs typeface="Aptos"/>
              </a:defRPr>
            </a:lvl8pPr>
            <a:lvl9pPr marL="3657600" algn="l" defTabSz="914400" rtl="0" eaLnBrk="1" latinLnBrk="0" hangingPunct="1">
              <a:buNone/>
              <a:defRPr sz="1275" kern="1200">
                <a:solidFill>
                  <a:srgbClr val="2D3748"/>
                </a:solidFill>
                <a:latin typeface="Aptos"/>
                <a:ea typeface="Aptos"/>
                <a:cs typeface="Aptos"/>
              </a:defRPr>
            </a:lvl9pPr>
          </a:lstStyle>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Wardrobe 0,89</a:t>
            </a:r>
            <a:endParaRPr lang="en-US" sz="1250" b="1">
              <a:solidFill>
                <a:srgbClr val="2D3748"/>
              </a:solidFill>
              <a:latin typeface="Aptos"/>
              <a:ea typeface="Aptos"/>
              <a:cs typeface="Aptos"/>
            </a:endParaRPr>
          </a:p>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Sunflower 0,89</a:t>
            </a:r>
          </a:p>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Apple 0,88</a:t>
            </a:r>
          </a:p>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Palm tree 0,88</a:t>
            </a:r>
          </a:p>
        </p:txBody>
      </p:sp>
      <p:sp>
        <p:nvSpPr>
          <p:cNvPr id="17" name="test-low-bg">
            <a:extLst>
              <a:ext uri="{FF2B5EF4-FFF2-40B4-BE49-F238E27FC236}">
                <a16:creationId xmlns:a16="http://schemas.microsoft.com/office/drawing/2014/main" id="{E6670778-E0C8-4A7D-9576-300AA109B152}"/>
              </a:ext>
            </a:extLst>
          </p:cNvPr>
          <p:cNvSpPr>
            <a:spLocks noGrp="1"/>
          </p:cNvSpPr>
          <p:nvPr/>
        </p:nvSpPr>
        <p:spPr>
          <a:xfrm>
            <a:off x="8534400" y="4486275"/>
            <a:ext cx="2950029" cy="1538968"/>
          </a:xfrm>
          <a:prstGeom prst="roundRect">
            <a:avLst>
              <a:gd name="adj" fmla="val 3265"/>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defPPr>
              <a:defRPr lang="en-US"/>
            </a:defPPr>
            <a:lvl1pPr marL="0" algn="l" defTabSz="914400" rtl="0" eaLnBrk="1" latinLnBrk="0" hangingPunct="1">
              <a:defRPr sz="18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j-lt"/>
                <a:ea typeface="+mj-ea"/>
                <a:cs typeface="+mj-cs"/>
              </a:defRPr>
            </a:lvl2pPr>
            <a:lvl3pPr marL="914400" algn="l" defTabSz="914400" rtl="0" eaLnBrk="1" latinLnBrk="0" hangingPunct="1">
              <a:defRPr sz="1800" kern="1200">
                <a:solidFill>
                  <a:schemeClr val="tx1"/>
                </a:solidFill>
                <a:latin typeface="+mj-lt"/>
                <a:ea typeface="+mj-ea"/>
                <a:cs typeface="+mj-cs"/>
              </a:defRPr>
            </a:lvl3pPr>
            <a:lvl4pPr marL="1371600" algn="l" defTabSz="914400" rtl="0" eaLnBrk="1" latinLnBrk="0" hangingPunct="1">
              <a:defRPr sz="1800" kern="1200">
                <a:solidFill>
                  <a:schemeClr val="tx1"/>
                </a:solidFill>
                <a:latin typeface="+mj-lt"/>
                <a:ea typeface="+mj-ea"/>
                <a:cs typeface="+mj-cs"/>
              </a:defRPr>
            </a:lvl4pPr>
            <a:lvl5pPr marL="1828800" algn="l" defTabSz="914400" rtl="0" eaLnBrk="1" latinLnBrk="0" hangingPunct="1">
              <a:defRPr sz="1800" kern="1200">
                <a:solidFill>
                  <a:schemeClr val="tx1"/>
                </a:solidFill>
                <a:latin typeface="+mj-lt"/>
                <a:ea typeface="+mj-ea"/>
                <a:cs typeface="+mj-cs"/>
              </a:defRPr>
            </a:lvl5pPr>
            <a:lvl6pPr marL="2286000" algn="l" defTabSz="914400" rtl="0" eaLnBrk="1" latinLnBrk="0" hangingPunct="1">
              <a:defRPr sz="1800" kern="1200">
                <a:solidFill>
                  <a:schemeClr val="tx1"/>
                </a:solidFill>
                <a:latin typeface="+mj-lt"/>
                <a:ea typeface="+mj-ea"/>
                <a:cs typeface="+mj-cs"/>
              </a:defRPr>
            </a:lvl6pPr>
            <a:lvl7pPr marL="2743200" algn="l" defTabSz="914400" rtl="0" eaLnBrk="1" latinLnBrk="0" hangingPunct="1">
              <a:defRPr sz="1800" kern="1200">
                <a:solidFill>
                  <a:schemeClr val="tx1"/>
                </a:solidFill>
                <a:latin typeface="+mj-lt"/>
                <a:ea typeface="+mj-ea"/>
                <a:cs typeface="+mj-cs"/>
              </a:defRPr>
            </a:lvl7pPr>
            <a:lvl8pPr marL="3200400" algn="l" defTabSz="914400" rtl="0" eaLnBrk="1" latinLnBrk="0" hangingPunct="1">
              <a:defRPr sz="1800" kern="1200">
                <a:solidFill>
                  <a:schemeClr val="tx1"/>
                </a:solidFill>
                <a:latin typeface="+mj-lt"/>
                <a:ea typeface="+mj-ea"/>
                <a:cs typeface="+mj-cs"/>
              </a:defRPr>
            </a:lvl8pPr>
            <a:lvl9pPr marL="3657600" algn="l" defTabSz="914400" rtl="0" eaLnBrk="1" latinLnBrk="0" hangingPunct="1">
              <a:defRPr sz="1800" kern="1200">
                <a:solidFill>
                  <a:schemeClr val="tx1"/>
                </a:solidFill>
                <a:latin typeface="+mj-lt"/>
                <a:ea typeface="+mj-ea"/>
                <a:cs typeface="+mj-cs"/>
              </a:defRPr>
            </a:lvl9pPr>
          </a:lstStyle>
          <a:p>
            <a:endParaRPr lang="en-US"/>
          </a:p>
        </p:txBody>
      </p:sp>
      <p:sp>
        <p:nvSpPr>
          <p:cNvPr id="18" name="test-low-title">
            <a:extLst>
              <a:ext uri="{FF2B5EF4-FFF2-40B4-BE49-F238E27FC236}">
                <a16:creationId xmlns:a16="http://schemas.microsoft.com/office/drawing/2014/main" id="{CE6A5E18-0BD4-47B3-B45F-FEDD5D6E1BB7}"/>
              </a:ext>
            </a:extLst>
          </p:cNvPr>
          <p:cNvSpPr>
            <a:spLocks noGrp="1"/>
          </p:cNvSpPr>
          <p:nvPr/>
        </p:nvSpPr>
        <p:spPr>
          <a:xfrm>
            <a:off x="8542564" y="4577442"/>
            <a:ext cx="2748643" cy="213633"/>
          </a:xfrm>
          <a:prstGeom prst="rect">
            <a:avLst/>
          </a:prstGeom>
          <a:noFill/>
          <a:ln w="0">
            <a:noFill/>
            <a:prstDash val="solid"/>
          </a:ln>
        </p:spPr>
        <p:txBody>
          <a:bodyPr lIns="0" tIns="0" rIns="0" bIns="0" anchor="ctr">
            <a:normAutofit fontScale="92500" lnSpcReduction="10000"/>
          </a:bodyPr>
          <a:lstStyle>
            <a:defPPr algn="l">
              <a:defRPr lang="en-US" sz="1388" b="1">
                <a:solidFill>
                  <a:srgbClr val="CF702E"/>
                </a:solidFill>
                <a:latin typeface="Aptos"/>
                <a:ea typeface="Aptos"/>
                <a:cs typeface="Aptos"/>
              </a:defRPr>
            </a:defPPr>
            <a:lvl1pPr marL="0" algn="l" defTabSz="914400" rtl="0" eaLnBrk="1" latinLnBrk="0" hangingPunct="1">
              <a:buNone/>
              <a:defRPr sz="1388" b="1" kern="1200">
                <a:solidFill>
                  <a:srgbClr val="CF702E"/>
                </a:solidFill>
                <a:latin typeface="Aptos"/>
                <a:ea typeface="Aptos"/>
                <a:cs typeface="Aptos"/>
              </a:defRPr>
            </a:lvl1pPr>
            <a:lvl2pPr marL="457200" algn="l" defTabSz="914400" rtl="0" eaLnBrk="1" latinLnBrk="0" hangingPunct="1">
              <a:buNone/>
              <a:defRPr sz="1388" b="1" kern="1200">
                <a:solidFill>
                  <a:srgbClr val="CF702E"/>
                </a:solidFill>
                <a:latin typeface="Aptos"/>
                <a:ea typeface="Aptos"/>
                <a:cs typeface="Aptos"/>
              </a:defRPr>
            </a:lvl2pPr>
            <a:lvl3pPr marL="914400" algn="l" defTabSz="914400" rtl="0" eaLnBrk="1" latinLnBrk="0" hangingPunct="1">
              <a:buNone/>
              <a:defRPr sz="1388" b="1" kern="1200">
                <a:solidFill>
                  <a:srgbClr val="CF702E"/>
                </a:solidFill>
                <a:latin typeface="Aptos"/>
                <a:ea typeface="Aptos"/>
                <a:cs typeface="Aptos"/>
              </a:defRPr>
            </a:lvl3pPr>
            <a:lvl4pPr marL="1371600" algn="l" defTabSz="914400" rtl="0" eaLnBrk="1" latinLnBrk="0" hangingPunct="1">
              <a:buNone/>
              <a:defRPr sz="1388" b="1" kern="1200">
                <a:solidFill>
                  <a:srgbClr val="CF702E"/>
                </a:solidFill>
                <a:latin typeface="Aptos"/>
                <a:ea typeface="Aptos"/>
                <a:cs typeface="Aptos"/>
              </a:defRPr>
            </a:lvl4pPr>
            <a:lvl5pPr marL="1828800" algn="l" defTabSz="914400" rtl="0" eaLnBrk="1" latinLnBrk="0" hangingPunct="1">
              <a:buNone/>
              <a:defRPr sz="1388" b="1" kern="1200">
                <a:solidFill>
                  <a:srgbClr val="CF702E"/>
                </a:solidFill>
                <a:latin typeface="Aptos"/>
                <a:ea typeface="Aptos"/>
                <a:cs typeface="Aptos"/>
              </a:defRPr>
            </a:lvl5pPr>
            <a:lvl6pPr marL="2286000" algn="l" defTabSz="914400" rtl="0" eaLnBrk="1" latinLnBrk="0" hangingPunct="1">
              <a:buNone/>
              <a:defRPr sz="1388" b="1" kern="1200">
                <a:solidFill>
                  <a:srgbClr val="CF702E"/>
                </a:solidFill>
                <a:latin typeface="Aptos"/>
                <a:ea typeface="Aptos"/>
                <a:cs typeface="Aptos"/>
              </a:defRPr>
            </a:lvl6pPr>
            <a:lvl7pPr marL="2743200" algn="l" defTabSz="914400" rtl="0" eaLnBrk="1" latinLnBrk="0" hangingPunct="1">
              <a:buNone/>
              <a:defRPr sz="1388" b="1" kern="1200">
                <a:solidFill>
                  <a:srgbClr val="CF702E"/>
                </a:solidFill>
                <a:latin typeface="Aptos"/>
                <a:ea typeface="Aptos"/>
                <a:cs typeface="Aptos"/>
              </a:defRPr>
            </a:lvl7pPr>
            <a:lvl8pPr marL="3200400" algn="l" defTabSz="914400" rtl="0" eaLnBrk="1" latinLnBrk="0" hangingPunct="1">
              <a:buNone/>
              <a:defRPr sz="1388" b="1" kern="1200">
                <a:solidFill>
                  <a:srgbClr val="CF702E"/>
                </a:solidFill>
                <a:latin typeface="Aptos"/>
                <a:ea typeface="Aptos"/>
                <a:cs typeface="Aptos"/>
              </a:defRPr>
            </a:lvl8pPr>
            <a:lvl9pPr marL="3657600" algn="l" defTabSz="914400" rtl="0" eaLnBrk="1" latinLnBrk="0" hangingPunct="1">
              <a:buNone/>
              <a:defRPr sz="1388" b="1" kern="1200">
                <a:solidFill>
                  <a:srgbClr val="CF702E"/>
                </a:solidFill>
                <a:latin typeface="Aptos"/>
                <a:ea typeface="Aptos"/>
                <a:cs typeface="Aptos"/>
              </a:defRPr>
            </a:lvl9pPr>
          </a:lstStyle>
          <a:p>
            <a:pPr algn="l">
              <a:buNone/>
              <a:defRPr sz="1388" b="1">
                <a:solidFill>
                  <a:srgbClr val="CF702E"/>
                </a:solidFill>
                <a:latin typeface="Aptos"/>
                <a:ea typeface="Aptos"/>
                <a:cs typeface="Aptos"/>
              </a:defRPr>
            </a:pPr>
            <a:r>
              <a:rPr sz="1600" b="1">
                <a:solidFill>
                  <a:srgbClr val="CF702E"/>
                </a:solidFill>
                <a:latin typeface="Aptos"/>
                <a:ea typeface="Aptos"/>
                <a:cs typeface="Aptos"/>
              </a:rPr>
              <a:t>Một số lớp khó hơn</a:t>
            </a:r>
          </a:p>
        </p:txBody>
      </p:sp>
      <p:sp>
        <p:nvSpPr>
          <p:cNvPr id="19" name="test-low-body">
            <a:extLst>
              <a:ext uri="{FF2B5EF4-FFF2-40B4-BE49-F238E27FC236}">
                <a16:creationId xmlns:a16="http://schemas.microsoft.com/office/drawing/2014/main" id="{DA257AD4-FFD4-487C-99D4-FC0989B70FF1}"/>
              </a:ext>
            </a:extLst>
          </p:cNvPr>
          <p:cNvSpPr>
            <a:spLocks noGrp="1"/>
          </p:cNvSpPr>
          <p:nvPr/>
        </p:nvSpPr>
        <p:spPr>
          <a:xfrm>
            <a:off x="8727621" y="4582885"/>
            <a:ext cx="2748643" cy="1479097"/>
          </a:xfrm>
          <a:prstGeom prst="rect">
            <a:avLst/>
          </a:prstGeom>
          <a:noFill/>
          <a:ln w="0">
            <a:noFill/>
            <a:prstDash val="solid"/>
          </a:ln>
        </p:spPr>
        <p:txBody>
          <a:bodyPr lIns="0" tIns="0" rIns="0" bIns="0" anchor="ctr">
            <a:normAutofit/>
          </a:bodyPr>
          <a:lstStyle>
            <a:defPPr algn="l">
              <a:defRPr lang="en-US" sz="1275">
                <a:solidFill>
                  <a:srgbClr val="2D3748"/>
                </a:solidFill>
                <a:latin typeface="Aptos"/>
                <a:ea typeface="Aptos"/>
                <a:cs typeface="Aptos"/>
              </a:defRPr>
            </a:defPPr>
            <a:lvl1pPr marL="0" algn="l" defTabSz="914400" rtl="0" eaLnBrk="1" latinLnBrk="0" hangingPunct="1">
              <a:buNone/>
              <a:defRPr sz="1275" kern="1200">
                <a:solidFill>
                  <a:srgbClr val="2D3748"/>
                </a:solidFill>
                <a:latin typeface="Aptos"/>
                <a:ea typeface="Aptos"/>
                <a:cs typeface="Aptos"/>
              </a:defRPr>
            </a:lvl1pPr>
            <a:lvl2pPr marL="457200" algn="l" defTabSz="914400" rtl="0" eaLnBrk="1" latinLnBrk="0" hangingPunct="1">
              <a:buNone/>
              <a:defRPr sz="1275" kern="1200">
                <a:solidFill>
                  <a:srgbClr val="2D3748"/>
                </a:solidFill>
                <a:latin typeface="Aptos"/>
                <a:ea typeface="Aptos"/>
                <a:cs typeface="Aptos"/>
              </a:defRPr>
            </a:lvl2pPr>
            <a:lvl3pPr marL="914400" algn="l" defTabSz="914400" rtl="0" eaLnBrk="1" latinLnBrk="0" hangingPunct="1">
              <a:buNone/>
              <a:defRPr sz="1275" kern="1200">
                <a:solidFill>
                  <a:srgbClr val="2D3748"/>
                </a:solidFill>
                <a:latin typeface="Aptos"/>
                <a:ea typeface="Aptos"/>
                <a:cs typeface="Aptos"/>
              </a:defRPr>
            </a:lvl3pPr>
            <a:lvl4pPr marL="1371600" algn="l" defTabSz="914400" rtl="0" eaLnBrk="1" latinLnBrk="0" hangingPunct="1">
              <a:buNone/>
              <a:defRPr sz="1275" kern="1200">
                <a:solidFill>
                  <a:srgbClr val="2D3748"/>
                </a:solidFill>
                <a:latin typeface="Aptos"/>
                <a:ea typeface="Aptos"/>
                <a:cs typeface="Aptos"/>
              </a:defRPr>
            </a:lvl4pPr>
            <a:lvl5pPr marL="1828800" algn="l" defTabSz="914400" rtl="0" eaLnBrk="1" latinLnBrk="0" hangingPunct="1">
              <a:buNone/>
              <a:defRPr sz="1275" kern="1200">
                <a:solidFill>
                  <a:srgbClr val="2D3748"/>
                </a:solidFill>
                <a:latin typeface="Aptos"/>
                <a:ea typeface="Aptos"/>
                <a:cs typeface="Aptos"/>
              </a:defRPr>
            </a:lvl5pPr>
            <a:lvl6pPr marL="2286000" algn="l" defTabSz="914400" rtl="0" eaLnBrk="1" latinLnBrk="0" hangingPunct="1">
              <a:buNone/>
              <a:defRPr sz="1275" kern="1200">
                <a:solidFill>
                  <a:srgbClr val="2D3748"/>
                </a:solidFill>
                <a:latin typeface="Aptos"/>
                <a:ea typeface="Aptos"/>
                <a:cs typeface="Aptos"/>
              </a:defRPr>
            </a:lvl6pPr>
            <a:lvl7pPr marL="2743200" algn="l" defTabSz="914400" rtl="0" eaLnBrk="1" latinLnBrk="0" hangingPunct="1">
              <a:buNone/>
              <a:defRPr sz="1275" kern="1200">
                <a:solidFill>
                  <a:srgbClr val="2D3748"/>
                </a:solidFill>
                <a:latin typeface="Aptos"/>
                <a:ea typeface="Aptos"/>
                <a:cs typeface="Aptos"/>
              </a:defRPr>
            </a:lvl7pPr>
            <a:lvl8pPr marL="3200400" algn="l" defTabSz="914400" rtl="0" eaLnBrk="1" latinLnBrk="0" hangingPunct="1">
              <a:buNone/>
              <a:defRPr sz="1275" kern="1200">
                <a:solidFill>
                  <a:srgbClr val="2D3748"/>
                </a:solidFill>
                <a:latin typeface="Aptos"/>
                <a:ea typeface="Aptos"/>
                <a:cs typeface="Aptos"/>
              </a:defRPr>
            </a:lvl8pPr>
            <a:lvl9pPr marL="3657600" algn="l" defTabSz="914400" rtl="0" eaLnBrk="1" latinLnBrk="0" hangingPunct="1">
              <a:buNone/>
              <a:defRPr sz="1275" kern="1200">
                <a:solidFill>
                  <a:srgbClr val="2D3748"/>
                </a:solidFill>
                <a:latin typeface="Aptos"/>
                <a:ea typeface="Aptos"/>
                <a:cs typeface="Aptos"/>
              </a:defRPr>
            </a:lvl9pPr>
          </a:lstStyle>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Seal 0,36</a:t>
            </a:r>
            <a:endParaRPr lang="en-US" sz="1250" b="1">
              <a:solidFill>
                <a:srgbClr val="2D3748"/>
              </a:solidFill>
              <a:latin typeface="Aptos"/>
              <a:ea typeface="Aptos"/>
              <a:cs typeface="Aptos"/>
            </a:endParaRPr>
          </a:p>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Lizard 0,38</a:t>
            </a:r>
          </a:p>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Otter 0,39</a:t>
            </a:r>
          </a:p>
          <a:p>
            <a:pPr algn="l">
              <a:lnSpc>
                <a:spcPct val="110000"/>
              </a:lnSpc>
              <a:buNone/>
              <a:defRPr sz="1275">
                <a:solidFill>
                  <a:srgbClr val="2D3748"/>
                </a:solidFill>
                <a:latin typeface="Aptos"/>
                <a:ea typeface="Aptos"/>
                <a:cs typeface="Aptos"/>
              </a:defRPr>
            </a:pPr>
            <a:r>
              <a:rPr sz="1250" b="1">
                <a:solidFill>
                  <a:srgbClr val="2D3748"/>
                </a:solidFill>
                <a:latin typeface="Aptos"/>
                <a:ea typeface="Aptos"/>
                <a:cs typeface="Aptos"/>
              </a:rPr>
              <a:t>Boy 0,44</a:t>
            </a:r>
          </a:p>
        </p:txBody>
      </p:sp>
      <p:sp>
        <p:nvSpPr>
          <p:cNvPr id="20" name="test-score-bg">
            <a:extLst>
              <a:ext uri="{FF2B5EF4-FFF2-40B4-BE49-F238E27FC236}">
                <a16:creationId xmlns:a16="http://schemas.microsoft.com/office/drawing/2014/main" id="{E9B5A596-F7E8-422C-9FAB-8099484DC2EC}"/>
              </a:ext>
            </a:extLst>
          </p:cNvPr>
          <p:cNvSpPr>
            <a:spLocks noGrp="1"/>
          </p:cNvSpPr>
          <p:nvPr/>
        </p:nvSpPr>
        <p:spPr>
          <a:xfrm>
            <a:off x="8360229" y="512989"/>
            <a:ext cx="3211286" cy="2072368"/>
          </a:xfrm>
          <a:prstGeom prst="roundRect">
            <a:avLst>
              <a:gd name="adj" fmla="val 3265"/>
            </a:avLst>
          </a:prstGeom>
          <a:solidFill>
            <a:srgbClr val="E1EEFF"/>
          </a:solidFill>
          <a:ln w="15240">
            <a:solidFill>
              <a:srgbClr val="316EBE"/>
            </a:solidFill>
            <a:prstDash val="solid"/>
          </a:ln>
        </p:spPr>
        <p:style>
          <a:lnRef idx="0">
            <a:scrgbClr r="0" g="0" b="0"/>
          </a:lnRef>
          <a:fillRef idx="0">
            <a:scrgbClr r="0" g="0" b="0"/>
          </a:fillRef>
          <a:effectRef idx="4">
            <a:scrgbClr r="0" g="0" b="0"/>
          </a:effectRef>
          <a:fontRef idx="major"/>
        </p:style>
        <p:txBody>
          <a:bodyPr/>
          <a:lstStyle>
            <a:defPPr>
              <a:defRPr lang="en-US"/>
            </a:defPPr>
            <a:lvl1pPr marL="0" algn="l" defTabSz="914400" rtl="0" eaLnBrk="1" latinLnBrk="0" hangingPunct="1">
              <a:defRPr sz="18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j-lt"/>
                <a:ea typeface="+mj-ea"/>
                <a:cs typeface="+mj-cs"/>
              </a:defRPr>
            </a:lvl2pPr>
            <a:lvl3pPr marL="914400" algn="l" defTabSz="914400" rtl="0" eaLnBrk="1" latinLnBrk="0" hangingPunct="1">
              <a:defRPr sz="1800" kern="1200">
                <a:solidFill>
                  <a:schemeClr val="tx1"/>
                </a:solidFill>
                <a:latin typeface="+mj-lt"/>
                <a:ea typeface="+mj-ea"/>
                <a:cs typeface="+mj-cs"/>
              </a:defRPr>
            </a:lvl3pPr>
            <a:lvl4pPr marL="1371600" algn="l" defTabSz="914400" rtl="0" eaLnBrk="1" latinLnBrk="0" hangingPunct="1">
              <a:defRPr sz="1800" kern="1200">
                <a:solidFill>
                  <a:schemeClr val="tx1"/>
                </a:solidFill>
                <a:latin typeface="+mj-lt"/>
                <a:ea typeface="+mj-ea"/>
                <a:cs typeface="+mj-cs"/>
              </a:defRPr>
            </a:lvl4pPr>
            <a:lvl5pPr marL="1828800" algn="l" defTabSz="914400" rtl="0" eaLnBrk="1" latinLnBrk="0" hangingPunct="1">
              <a:defRPr sz="1800" kern="1200">
                <a:solidFill>
                  <a:schemeClr val="tx1"/>
                </a:solidFill>
                <a:latin typeface="+mj-lt"/>
                <a:ea typeface="+mj-ea"/>
                <a:cs typeface="+mj-cs"/>
              </a:defRPr>
            </a:lvl5pPr>
            <a:lvl6pPr marL="2286000" algn="l" defTabSz="914400" rtl="0" eaLnBrk="1" latinLnBrk="0" hangingPunct="1">
              <a:defRPr sz="1800" kern="1200">
                <a:solidFill>
                  <a:schemeClr val="tx1"/>
                </a:solidFill>
                <a:latin typeface="+mj-lt"/>
                <a:ea typeface="+mj-ea"/>
                <a:cs typeface="+mj-cs"/>
              </a:defRPr>
            </a:lvl6pPr>
            <a:lvl7pPr marL="2743200" algn="l" defTabSz="914400" rtl="0" eaLnBrk="1" latinLnBrk="0" hangingPunct="1">
              <a:defRPr sz="1800" kern="1200">
                <a:solidFill>
                  <a:schemeClr val="tx1"/>
                </a:solidFill>
                <a:latin typeface="+mj-lt"/>
                <a:ea typeface="+mj-ea"/>
                <a:cs typeface="+mj-cs"/>
              </a:defRPr>
            </a:lvl7pPr>
            <a:lvl8pPr marL="3200400" algn="l" defTabSz="914400" rtl="0" eaLnBrk="1" latinLnBrk="0" hangingPunct="1">
              <a:defRPr sz="1800" kern="1200">
                <a:solidFill>
                  <a:schemeClr val="tx1"/>
                </a:solidFill>
                <a:latin typeface="+mj-lt"/>
                <a:ea typeface="+mj-ea"/>
                <a:cs typeface="+mj-cs"/>
              </a:defRPr>
            </a:lvl8pPr>
            <a:lvl9pPr marL="3657600" algn="l" defTabSz="914400" rtl="0" eaLnBrk="1" latinLnBrk="0" hangingPunct="1">
              <a:defRPr sz="1800" kern="1200">
                <a:solidFill>
                  <a:schemeClr val="tx1"/>
                </a:solidFill>
                <a:latin typeface="+mj-lt"/>
                <a:ea typeface="+mj-ea"/>
                <a:cs typeface="+mj-cs"/>
              </a:defRPr>
            </a:lvl9pPr>
          </a:lstStyle>
          <a:p>
            <a:endParaRPr lang="en-US"/>
          </a:p>
        </p:txBody>
      </p:sp>
      <p:sp>
        <p:nvSpPr>
          <p:cNvPr id="21" name="test-score-label">
            <a:extLst>
              <a:ext uri="{FF2B5EF4-FFF2-40B4-BE49-F238E27FC236}">
                <a16:creationId xmlns:a16="http://schemas.microsoft.com/office/drawing/2014/main" id="{41D95E04-D958-4277-BAB4-1C7A4AD4663F}"/>
              </a:ext>
            </a:extLst>
          </p:cNvPr>
          <p:cNvSpPr>
            <a:spLocks noGrp="1"/>
          </p:cNvSpPr>
          <p:nvPr/>
        </p:nvSpPr>
        <p:spPr>
          <a:xfrm>
            <a:off x="8626929" y="751114"/>
            <a:ext cx="2710543" cy="253093"/>
          </a:xfrm>
          <a:prstGeom prst="rect">
            <a:avLst/>
          </a:prstGeom>
          <a:noFill/>
          <a:ln w="0">
            <a:noFill/>
            <a:prstDash val="solid"/>
          </a:ln>
        </p:spPr>
        <p:txBody>
          <a:bodyPr lIns="0" tIns="0" rIns="0" bIns="0" anchor="ctr">
            <a:normAutofit/>
          </a:bodyPr>
          <a:lstStyle>
            <a:defPPr algn="ctr">
              <a:defRPr lang="en-US" sz="1275" b="1">
                <a:solidFill>
                  <a:srgbClr val="316EBE"/>
                </a:solidFill>
                <a:latin typeface="Aptos"/>
                <a:ea typeface="Aptos"/>
                <a:cs typeface="Aptos"/>
              </a:defRPr>
            </a:defPPr>
            <a:lvl1pPr marL="0" algn="ctr" defTabSz="914400" rtl="0" eaLnBrk="1" latinLnBrk="0" hangingPunct="1">
              <a:buNone/>
              <a:defRPr sz="1275" b="1" kern="1200">
                <a:solidFill>
                  <a:srgbClr val="316EBE"/>
                </a:solidFill>
                <a:latin typeface="Aptos"/>
                <a:ea typeface="Aptos"/>
                <a:cs typeface="Aptos"/>
              </a:defRPr>
            </a:lvl1pPr>
            <a:lvl2pPr marL="457200" algn="ctr" defTabSz="914400" rtl="0" eaLnBrk="1" latinLnBrk="0" hangingPunct="1">
              <a:buNone/>
              <a:defRPr sz="1275" b="1" kern="1200">
                <a:solidFill>
                  <a:srgbClr val="316EBE"/>
                </a:solidFill>
                <a:latin typeface="Aptos"/>
                <a:ea typeface="Aptos"/>
                <a:cs typeface="Aptos"/>
              </a:defRPr>
            </a:lvl2pPr>
            <a:lvl3pPr marL="914400" algn="ctr" defTabSz="914400" rtl="0" eaLnBrk="1" latinLnBrk="0" hangingPunct="1">
              <a:buNone/>
              <a:defRPr sz="1275" b="1" kern="1200">
                <a:solidFill>
                  <a:srgbClr val="316EBE"/>
                </a:solidFill>
                <a:latin typeface="Aptos"/>
                <a:ea typeface="Aptos"/>
                <a:cs typeface="Aptos"/>
              </a:defRPr>
            </a:lvl3pPr>
            <a:lvl4pPr marL="1371600" algn="ctr" defTabSz="914400" rtl="0" eaLnBrk="1" latinLnBrk="0" hangingPunct="1">
              <a:buNone/>
              <a:defRPr sz="1275" b="1" kern="1200">
                <a:solidFill>
                  <a:srgbClr val="316EBE"/>
                </a:solidFill>
                <a:latin typeface="Aptos"/>
                <a:ea typeface="Aptos"/>
                <a:cs typeface="Aptos"/>
              </a:defRPr>
            </a:lvl4pPr>
            <a:lvl5pPr marL="1828800" algn="ctr" defTabSz="914400" rtl="0" eaLnBrk="1" latinLnBrk="0" hangingPunct="1">
              <a:buNone/>
              <a:defRPr sz="1275" b="1" kern="1200">
                <a:solidFill>
                  <a:srgbClr val="316EBE"/>
                </a:solidFill>
                <a:latin typeface="Aptos"/>
                <a:ea typeface="Aptos"/>
                <a:cs typeface="Aptos"/>
              </a:defRPr>
            </a:lvl5pPr>
            <a:lvl6pPr marL="2286000" algn="ctr" defTabSz="914400" rtl="0" eaLnBrk="1" latinLnBrk="0" hangingPunct="1">
              <a:buNone/>
              <a:defRPr sz="1275" b="1" kern="1200">
                <a:solidFill>
                  <a:srgbClr val="316EBE"/>
                </a:solidFill>
                <a:latin typeface="Aptos"/>
                <a:ea typeface="Aptos"/>
                <a:cs typeface="Aptos"/>
              </a:defRPr>
            </a:lvl6pPr>
            <a:lvl7pPr marL="2743200" algn="ctr" defTabSz="914400" rtl="0" eaLnBrk="1" latinLnBrk="0" hangingPunct="1">
              <a:buNone/>
              <a:defRPr sz="1275" b="1" kern="1200">
                <a:solidFill>
                  <a:srgbClr val="316EBE"/>
                </a:solidFill>
                <a:latin typeface="Aptos"/>
                <a:ea typeface="Aptos"/>
                <a:cs typeface="Aptos"/>
              </a:defRPr>
            </a:lvl7pPr>
            <a:lvl8pPr marL="3200400" algn="ctr" defTabSz="914400" rtl="0" eaLnBrk="1" latinLnBrk="0" hangingPunct="1">
              <a:buNone/>
              <a:defRPr sz="1275" b="1" kern="1200">
                <a:solidFill>
                  <a:srgbClr val="316EBE"/>
                </a:solidFill>
                <a:latin typeface="Aptos"/>
                <a:ea typeface="Aptos"/>
                <a:cs typeface="Aptos"/>
              </a:defRPr>
            </a:lvl8pPr>
            <a:lvl9pPr marL="3657600" algn="ctr" defTabSz="914400" rtl="0" eaLnBrk="1" latinLnBrk="0" hangingPunct="1">
              <a:buNone/>
              <a:defRPr sz="1275" b="1" kern="1200">
                <a:solidFill>
                  <a:srgbClr val="316EBE"/>
                </a:solidFill>
                <a:latin typeface="Aptos"/>
                <a:ea typeface="Aptos"/>
                <a:cs typeface="Aptos"/>
              </a:defRPr>
            </a:lvl9pPr>
          </a:lstStyle>
          <a:p>
            <a:pPr algn="ctr">
              <a:buNone/>
              <a:defRPr sz="1275" b="1">
                <a:solidFill>
                  <a:srgbClr val="316EBE"/>
                </a:solidFill>
                <a:latin typeface="Aptos"/>
                <a:ea typeface="Aptos"/>
                <a:cs typeface="Aptos"/>
              </a:defRPr>
            </a:pPr>
            <a:r>
              <a:rPr sz="1275" b="1">
                <a:solidFill>
                  <a:srgbClr val="316EBE"/>
                </a:solidFill>
                <a:latin typeface="Aptos"/>
                <a:ea typeface="Aptos"/>
                <a:cs typeface="Aptos"/>
              </a:rPr>
              <a:t>TEST ACCURACY</a:t>
            </a:r>
          </a:p>
        </p:txBody>
      </p:sp>
      <p:sp>
        <p:nvSpPr>
          <p:cNvPr id="22" name="test-score-value">
            <a:extLst>
              <a:ext uri="{FF2B5EF4-FFF2-40B4-BE49-F238E27FC236}">
                <a16:creationId xmlns:a16="http://schemas.microsoft.com/office/drawing/2014/main" id="{7D703D3B-3476-4F21-8985-F3F3B257F7A7}"/>
              </a:ext>
            </a:extLst>
          </p:cNvPr>
          <p:cNvSpPr>
            <a:spLocks noGrp="1"/>
          </p:cNvSpPr>
          <p:nvPr/>
        </p:nvSpPr>
        <p:spPr>
          <a:xfrm>
            <a:off x="8626929" y="1141639"/>
            <a:ext cx="2710543" cy="732065"/>
          </a:xfrm>
          <a:prstGeom prst="rect">
            <a:avLst/>
          </a:prstGeom>
          <a:noFill/>
          <a:ln w="0">
            <a:noFill/>
            <a:prstDash val="solid"/>
          </a:ln>
        </p:spPr>
        <p:txBody>
          <a:bodyPr lIns="0" tIns="0" rIns="0" bIns="0" anchor="ctr">
            <a:normAutofit/>
          </a:bodyPr>
          <a:lstStyle>
            <a:defPPr algn="ctr">
              <a:defRPr lang="en-US" sz="4050" b="1">
                <a:solidFill>
                  <a:srgbClr val="142B4E"/>
                </a:solidFill>
                <a:latin typeface="Aptos"/>
                <a:ea typeface="Aptos"/>
                <a:cs typeface="Aptos"/>
              </a:defRPr>
            </a:defPPr>
            <a:lvl1pPr marL="0" algn="ctr" defTabSz="914400" rtl="0" eaLnBrk="1" latinLnBrk="0" hangingPunct="1">
              <a:buNone/>
              <a:defRPr sz="4050" b="1" kern="1200">
                <a:solidFill>
                  <a:srgbClr val="142B4E"/>
                </a:solidFill>
                <a:latin typeface="Aptos"/>
                <a:ea typeface="Aptos"/>
                <a:cs typeface="Aptos"/>
              </a:defRPr>
            </a:lvl1pPr>
            <a:lvl2pPr marL="457200" algn="ctr" defTabSz="914400" rtl="0" eaLnBrk="1" latinLnBrk="0" hangingPunct="1">
              <a:buNone/>
              <a:defRPr sz="4050" b="1" kern="1200">
                <a:solidFill>
                  <a:srgbClr val="142B4E"/>
                </a:solidFill>
                <a:latin typeface="Aptos"/>
                <a:ea typeface="Aptos"/>
                <a:cs typeface="Aptos"/>
              </a:defRPr>
            </a:lvl2pPr>
            <a:lvl3pPr marL="914400" algn="ctr" defTabSz="914400" rtl="0" eaLnBrk="1" latinLnBrk="0" hangingPunct="1">
              <a:buNone/>
              <a:defRPr sz="4050" b="1" kern="1200">
                <a:solidFill>
                  <a:srgbClr val="142B4E"/>
                </a:solidFill>
                <a:latin typeface="Aptos"/>
                <a:ea typeface="Aptos"/>
                <a:cs typeface="Aptos"/>
              </a:defRPr>
            </a:lvl3pPr>
            <a:lvl4pPr marL="1371600" algn="ctr" defTabSz="914400" rtl="0" eaLnBrk="1" latinLnBrk="0" hangingPunct="1">
              <a:buNone/>
              <a:defRPr sz="4050" b="1" kern="1200">
                <a:solidFill>
                  <a:srgbClr val="142B4E"/>
                </a:solidFill>
                <a:latin typeface="Aptos"/>
                <a:ea typeface="Aptos"/>
                <a:cs typeface="Aptos"/>
              </a:defRPr>
            </a:lvl4pPr>
            <a:lvl5pPr marL="1828800" algn="ctr" defTabSz="914400" rtl="0" eaLnBrk="1" latinLnBrk="0" hangingPunct="1">
              <a:buNone/>
              <a:defRPr sz="4050" b="1" kern="1200">
                <a:solidFill>
                  <a:srgbClr val="142B4E"/>
                </a:solidFill>
                <a:latin typeface="Aptos"/>
                <a:ea typeface="Aptos"/>
                <a:cs typeface="Aptos"/>
              </a:defRPr>
            </a:lvl5pPr>
            <a:lvl6pPr marL="2286000" algn="ctr" defTabSz="914400" rtl="0" eaLnBrk="1" latinLnBrk="0" hangingPunct="1">
              <a:buNone/>
              <a:defRPr sz="4050" b="1" kern="1200">
                <a:solidFill>
                  <a:srgbClr val="142B4E"/>
                </a:solidFill>
                <a:latin typeface="Aptos"/>
                <a:ea typeface="Aptos"/>
                <a:cs typeface="Aptos"/>
              </a:defRPr>
            </a:lvl6pPr>
            <a:lvl7pPr marL="2743200" algn="ctr" defTabSz="914400" rtl="0" eaLnBrk="1" latinLnBrk="0" hangingPunct="1">
              <a:buNone/>
              <a:defRPr sz="4050" b="1" kern="1200">
                <a:solidFill>
                  <a:srgbClr val="142B4E"/>
                </a:solidFill>
                <a:latin typeface="Aptos"/>
                <a:ea typeface="Aptos"/>
                <a:cs typeface="Aptos"/>
              </a:defRPr>
            </a:lvl7pPr>
            <a:lvl8pPr marL="3200400" algn="ctr" defTabSz="914400" rtl="0" eaLnBrk="1" latinLnBrk="0" hangingPunct="1">
              <a:buNone/>
              <a:defRPr sz="4050" b="1" kern="1200">
                <a:solidFill>
                  <a:srgbClr val="142B4E"/>
                </a:solidFill>
                <a:latin typeface="Aptos"/>
                <a:ea typeface="Aptos"/>
                <a:cs typeface="Aptos"/>
              </a:defRPr>
            </a:lvl8pPr>
            <a:lvl9pPr marL="3657600" algn="ctr" defTabSz="914400" rtl="0" eaLnBrk="1" latinLnBrk="0" hangingPunct="1">
              <a:buNone/>
              <a:defRPr sz="4050" b="1" kern="1200">
                <a:solidFill>
                  <a:srgbClr val="142B4E"/>
                </a:solidFill>
                <a:latin typeface="Aptos"/>
                <a:ea typeface="Aptos"/>
                <a:cs typeface="Aptos"/>
              </a:defRPr>
            </a:lvl9pPr>
          </a:lstStyle>
          <a:p>
            <a:pPr algn="ctr">
              <a:buNone/>
              <a:defRPr sz="4050" b="1">
                <a:solidFill>
                  <a:srgbClr val="142B4E"/>
                </a:solidFill>
                <a:latin typeface="Aptos"/>
                <a:ea typeface="Aptos"/>
                <a:cs typeface="Aptos"/>
              </a:defRPr>
            </a:pPr>
            <a:r>
              <a:rPr sz="4050" b="1">
                <a:solidFill>
                  <a:srgbClr val="142B4E"/>
                </a:solidFill>
                <a:latin typeface="Aptos"/>
                <a:ea typeface="Aptos"/>
                <a:cs typeface="Aptos"/>
              </a:rPr>
              <a:t>68,42%</a:t>
            </a:r>
          </a:p>
        </p:txBody>
      </p:sp>
      <p:sp>
        <p:nvSpPr>
          <p:cNvPr id="23" name="test-score-detail">
            <a:extLst>
              <a:ext uri="{FF2B5EF4-FFF2-40B4-BE49-F238E27FC236}">
                <a16:creationId xmlns:a16="http://schemas.microsoft.com/office/drawing/2014/main" id="{0588A694-21A2-43A7-9CDA-DBEE180BE7EA}"/>
              </a:ext>
            </a:extLst>
          </p:cNvPr>
          <p:cNvSpPr>
            <a:spLocks noGrp="1"/>
          </p:cNvSpPr>
          <p:nvPr/>
        </p:nvSpPr>
        <p:spPr>
          <a:xfrm>
            <a:off x="8636454" y="2141764"/>
            <a:ext cx="2691493" cy="337458"/>
          </a:xfrm>
          <a:prstGeom prst="rect">
            <a:avLst/>
          </a:prstGeom>
          <a:noFill/>
          <a:ln w="0">
            <a:noFill/>
            <a:prstDash val="solid"/>
          </a:ln>
        </p:spPr>
        <p:txBody>
          <a:bodyPr lIns="0" tIns="0" rIns="0" bIns="0" anchor="ctr">
            <a:normAutofit/>
          </a:bodyPr>
          <a:lstStyle>
            <a:defPPr algn="ctr">
              <a:defRPr lang="en-US" sz="1200">
                <a:solidFill>
                  <a:srgbClr val="2D3748"/>
                </a:solidFill>
                <a:latin typeface="Aptos"/>
                <a:ea typeface="Aptos"/>
                <a:cs typeface="Aptos"/>
              </a:defRPr>
            </a:defPPr>
            <a:lvl1pPr marL="0" algn="ctr" defTabSz="914400" rtl="0" eaLnBrk="1" latinLnBrk="0" hangingPunct="1">
              <a:buNone/>
              <a:defRPr sz="1200" kern="1200">
                <a:solidFill>
                  <a:srgbClr val="2D3748"/>
                </a:solidFill>
                <a:latin typeface="Aptos"/>
                <a:ea typeface="Aptos"/>
                <a:cs typeface="Aptos"/>
              </a:defRPr>
            </a:lvl1pPr>
            <a:lvl2pPr marL="457200" algn="ctr" defTabSz="914400" rtl="0" eaLnBrk="1" latinLnBrk="0" hangingPunct="1">
              <a:buNone/>
              <a:defRPr sz="1200" kern="1200">
                <a:solidFill>
                  <a:srgbClr val="2D3748"/>
                </a:solidFill>
                <a:latin typeface="Aptos"/>
                <a:ea typeface="Aptos"/>
                <a:cs typeface="Aptos"/>
              </a:defRPr>
            </a:lvl2pPr>
            <a:lvl3pPr marL="914400" algn="ctr" defTabSz="914400" rtl="0" eaLnBrk="1" latinLnBrk="0" hangingPunct="1">
              <a:buNone/>
              <a:defRPr sz="1200" kern="1200">
                <a:solidFill>
                  <a:srgbClr val="2D3748"/>
                </a:solidFill>
                <a:latin typeface="Aptos"/>
                <a:ea typeface="Aptos"/>
                <a:cs typeface="Aptos"/>
              </a:defRPr>
            </a:lvl3pPr>
            <a:lvl4pPr marL="1371600" algn="ctr" defTabSz="914400" rtl="0" eaLnBrk="1" latinLnBrk="0" hangingPunct="1">
              <a:buNone/>
              <a:defRPr sz="1200" kern="1200">
                <a:solidFill>
                  <a:srgbClr val="2D3748"/>
                </a:solidFill>
                <a:latin typeface="Aptos"/>
                <a:ea typeface="Aptos"/>
                <a:cs typeface="Aptos"/>
              </a:defRPr>
            </a:lvl4pPr>
            <a:lvl5pPr marL="1828800" algn="ctr" defTabSz="914400" rtl="0" eaLnBrk="1" latinLnBrk="0" hangingPunct="1">
              <a:buNone/>
              <a:defRPr sz="1200" kern="1200">
                <a:solidFill>
                  <a:srgbClr val="2D3748"/>
                </a:solidFill>
                <a:latin typeface="Aptos"/>
                <a:ea typeface="Aptos"/>
                <a:cs typeface="Aptos"/>
              </a:defRPr>
            </a:lvl5pPr>
            <a:lvl6pPr marL="2286000" algn="ctr" defTabSz="914400" rtl="0" eaLnBrk="1" latinLnBrk="0" hangingPunct="1">
              <a:buNone/>
              <a:defRPr sz="1200" kern="1200">
                <a:solidFill>
                  <a:srgbClr val="2D3748"/>
                </a:solidFill>
                <a:latin typeface="Aptos"/>
                <a:ea typeface="Aptos"/>
                <a:cs typeface="Aptos"/>
              </a:defRPr>
            </a:lvl6pPr>
            <a:lvl7pPr marL="2743200" algn="ctr" defTabSz="914400" rtl="0" eaLnBrk="1" latinLnBrk="0" hangingPunct="1">
              <a:buNone/>
              <a:defRPr sz="1200" kern="1200">
                <a:solidFill>
                  <a:srgbClr val="2D3748"/>
                </a:solidFill>
                <a:latin typeface="Aptos"/>
                <a:ea typeface="Aptos"/>
                <a:cs typeface="Aptos"/>
              </a:defRPr>
            </a:lvl7pPr>
            <a:lvl8pPr marL="3200400" algn="ctr" defTabSz="914400" rtl="0" eaLnBrk="1" latinLnBrk="0" hangingPunct="1">
              <a:buNone/>
              <a:defRPr sz="1200" kern="1200">
                <a:solidFill>
                  <a:srgbClr val="2D3748"/>
                </a:solidFill>
                <a:latin typeface="Aptos"/>
                <a:ea typeface="Aptos"/>
                <a:cs typeface="Aptos"/>
              </a:defRPr>
            </a:lvl8pPr>
            <a:lvl9pPr marL="3657600" algn="ctr" defTabSz="914400" rtl="0" eaLnBrk="1" latinLnBrk="0" hangingPunct="1">
              <a:buNone/>
              <a:defRPr sz="1200" kern="1200">
                <a:solidFill>
                  <a:srgbClr val="2D3748"/>
                </a:solidFill>
                <a:latin typeface="Aptos"/>
                <a:ea typeface="Aptos"/>
                <a:cs typeface="Aptos"/>
              </a:defRPr>
            </a:lvl9pPr>
          </a:lstStyle>
          <a:p>
            <a:pPr algn="ctr">
              <a:buNone/>
              <a:defRPr sz="1200">
                <a:solidFill>
                  <a:srgbClr val="2D3748"/>
                </a:solidFill>
                <a:latin typeface="Aptos"/>
                <a:ea typeface="Aptos"/>
                <a:cs typeface="Aptos"/>
              </a:defRPr>
            </a:pPr>
            <a:r>
              <a:rPr sz="1200" err="1">
                <a:solidFill>
                  <a:srgbClr val="2D3748"/>
                </a:solidFill>
                <a:latin typeface="Aptos"/>
                <a:ea typeface="Aptos"/>
                <a:cs typeface="Aptos"/>
              </a:rPr>
              <a:t>Khoảng</a:t>
            </a:r>
            <a:r>
              <a:rPr sz="1200">
                <a:solidFill>
                  <a:srgbClr val="2D3748"/>
                </a:solidFill>
                <a:latin typeface="Aptos"/>
                <a:ea typeface="Aptos"/>
                <a:cs typeface="Aptos"/>
              </a:rPr>
              <a:t> 6.842 / 10.000 </a:t>
            </a:r>
            <a:r>
              <a:rPr sz="1200" err="1">
                <a:solidFill>
                  <a:srgbClr val="2D3748"/>
                </a:solidFill>
                <a:latin typeface="Aptos"/>
                <a:ea typeface="Aptos"/>
                <a:cs typeface="Aptos"/>
              </a:rPr>
              <a:t>ảnh</a:t>
            </a:r>
            <a:r>
              <a:rPr sz="1200">
                <a:solidFill>
                  <a:srgbClr val="2D3748"/>
                </a:solidFill>
                <a:latin typeface="Aptos"/>
                <a:ea typeface="Aptos"/>
                <a:cs typeface="Aptos"/>
              </a:rPr>
              <a:t> </a:t>
            </a:r>
            <a:r>
              <a:rPr sz="1200" err="1">
                <a:solidFill>
                  <a:srgbClr val="2D3748"/>
                </a:solidFill>
                <a:latin typeface="Aptos"/>
                <a:ea typeface="Aptos"/>
                <a:cs typeface="Aptos"/>
              </a:rPr>
              <a:t>dự</a:t>
            </a:r>
            <a:r>
              <a:rPr sz="1200">
                <a:solidFill>
                  <a:srgbClr val="2D3748"/>
                </a:solidFill>
                <a:latin typeface="Aptos"/>
                <a:ea typeface="Aptos"/>
                <a:cs typeface="Aptos"/>
              </a:rPr>
              <a:t> </a:t>
            </a:r>
            <a:r>
              <a:rPr sz="1200" err="1">
                <a:solidFill>
                  <a:srgbClr val="2D3748"/>
                </a:solidFill>
                <a:latin typeface="Aptos"/>
                <a:ea typeface="Aptos"/>
                <a:cs typeface="Aptos"/>
              </a:rPr>
              <a:t>đoán</a:t>
            </a:r>
            <a:r>
              <a:rPr sz="1200">
                <a:solidFill>
                  <a:srgbClr val="2D3748"/>
                </a:solidFill>
                <a:latin typeface="Aptos"/>
                <a:ea typeface="Aptos"/>
                <a:cs typeface="Aptos"/>
              </a:rPr>
              <a:t> </a:t>
            </a:r>
            <a:r>
              <a:rPr sz="1200" err="1">
                <a:solidFill>
                  <a:srgbClr val="2D3748"/>
                </a:solidFill>
                <a:latin typeface="Aptos"/>
                <a:ea typeface="Aptos"/>
                <a:cs typeface="Aptos"/>
              </a:rPr>
              <a:t>đúng</a:t>
            </a:r>
            <a:endParaRPr sz="1200">
              <a:solidFill>
                <a:srgbClr val="2D3748"/>
              </a:solidFill>
              <a:latin typeface="Aptos"/>
              <a:ea typeface="Aptos"/>
              <a:cs typeface="Aptos"/>
            </a:endParaRPr>
          </a:p>
        </p:txBody>
      </p:sp>
    </p:spTree>
    <p:extLst>
      <p:ext uri="{BB962C8B-B14F-4D97-AF65-F5344CB8AC3E}">
        <p14:creationId xmlns:p14="http://schemas.microsoft.com/office/powerpoint/2010/main" val="1844919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9">
            <a:extLst>
              <a:ext uri="{FF2B5EF4-FFF2-40B4-BE49-F238E27FC236}">
                <a16:creationId xmlns:a16="http://schemas.microsoft.com/office/drawing/2014/main" id="{3C38B626-9C46-4D43-BF0E-28423EFE7138}"/>
              </a:ext>
            </a:extLst>
          </p:cNvPr>
          <p:cNvSpPr>
            <a:spLocks noGrp="1"/>
          </p:cNvSpPr>
          <p:nvPr/>
        </p:nvSpPr>
        <p:spPr>
          <a:xfrm>
            <a:off x="533400" y="257175"/>
            <a:ext cx="11125200" cy="457200"/>
          </a:xfrm>
          <a:prstGeom prst="rect">
            <a:avLst/>
          </a:prstGeom>
          <a:noFill/>
          <a:ln w="0">
            <a:noFill/>
            <a:prstDash val="solid"/>
          </a:ln>
        </p:spPr>
        <p:txBody>
          <a:bodyPr lIns="0" tIns="0" rIns="0" bIns="0" anchor="ctr">
            <a:normAutofit/>
          </a:bodyPr>
          <a:lstStyle>
            <a:defPPr algn="l">
              <a:defRPr sz="2550" b="1">
                <a:solidFill>
                  <a:srgbClr val="142B4E"/>
                </a:solidFill>
                <a:latin typeface="Aptos"/>
                <a:ea typeface="Aptos"/>
                <a:cs typeface="Aptos"/>
              </a:defRPr>
            </a:defPPr>
            <a:lvl1pPr algn="l">
              <a:buNone/>
              <a:defRPr sz="2550" b="1">
                <a:solidFill>
                  <a:srgbClr val="142B4E"/>
                </a:solidFill>
                <a:latin typeface="Aptos"/>
                <a:ea typeface="Aptos"/>
                <a:cs typeface="Aptos"/>
              </a:defRPr>
            </a:lvl1pPr>
            <a:lvl2pPr algn="l">
              <a:buNone/>
              <a:defRPr sz="2550" b="1">
                <a:solidFill>
                  <a:srgbClr val="142B4E"/>
                </a:solidFill>
                <a:latin typeface="Aptos"/>
                <a:ea typeface="Aptos"/>
                <a:cs typeface="Aptos"/>
              </a:defRPr>
            </a:lvl2pPr>
            <a:lvl3pPr algn="l">
              <a:buNone/>
              <a:defRPr sz="2550" b="1">
                <a:solidFill>
                  <a:srgbClr val="142B4E"/>
                </a:solidFill>
                <a:latin typeface="Aptos"/>
                <a:ea typeface="Aptos"/>
                <a:cs typeface="Aptos"/>
              </a:defRPr>
            </a:lvl3pPr>
            <a:lvl4pPr algn="l">
              <a:buNone/>
              <a:defRPr sz="2550" b="1">
                <a:solidFill>
                  <a:srgbClr val="142B4E"/>
                </a:solidFill>
                <a:latin typeface="Aptos"/>
                <a:ea typeface="Aptos"/>
                <a:cs typeface="Aptos"/>
              </a:defRPr>
            </a:lvl4pPr>
            <a:lvl5pPr algn="l">
              <a:buNone/>
              <a:defRPr sz="2550" b="1">
                <a:solidFill>
                  <a:srgbClr val="142B4E"/>
                </a:solidFill>
                <a:latin typeface="Aptos"/>
                <a:ea typeface="Aptos"/>
                <a:cs typeface="Aptos"/>
              </a:defRPr>
            </a:lvl5pPr>
            <a:lvl6pPr algn="l">
              <a:buNone/>
              <a:defRPr sz="2550" b="1">
                <a:solidFill>
                  <a:srgbClr val="142B4E"/>
                </a:solidFill>
                <a:latin typeface="Aptos"/>
                <a:ea typeface="Aptos"/>
                <a:cs typeface="Aptos"/>
              </a:defRPr>
            </a:lvl6pPr>
            <a:lvl7pPr algn="l">
              <a:buNone/>
              <a:defRPr sz="2550" b="1">
                <a:solidFill>
                  <a:srgbClr val="142B4E"/>
                </a:solidFill>
                <a:latin typeface="Aptos"/>
                <a:ea typeface="Aptos"/>
                <a:cs typeface="Aptos"/>
              </a:defRPr>
            </a:lvl7pPr>
            <a:lvl8pPr algn="l">
              <a:buNone/>
              <a:defRPr sz="2550" b="1">
                <a:solidFill>
                  <a:srgbClr val="142B4E"/>
                </a:solidFill>
                <a:latin typeface="Aptos"/>
                <a:ea typeface="Aptos"/>
                <a:cs typeface="Aptos"/>
              </a:defRPr>
            </a:lvl8pPr>
            <a:lvl9pPr algn="l">
              <a:buNone/>
              <a:defRPr sz="2550" b="1">
                <a:solidFill>
                  <a:srgbClr val="142B4E"/>
                </a:solidFill>
                <a:latin typeface="Aptos"/>
                <a:ea typeface="Aptos"/>
                <a:cs typeface="Aptos"/>
              </a:defRPr>
            </a:lvl9pPr>
          </a:lstStyle>
          <a:p>
            <a:pPr algn="l">
              <a:buNone/>
              <a:defRPr sz="2550" b="1">
                <a:solidFill>
                  <a:srgbClr val="142B4E"/>
                </a:solidFill>
                <a:latin typeface="Aptos"/>
                <a:ea typeface="Aptos"/>
                <a:cs typeface="Aptos"/>
              </a:defRPr>
            </a:pPr>
            <a:r>
              <a:rPr sz="2550" b="1">
                <a:solidFill>
                  <a:srgbClr val="142B4E"/>
                </a:solidFill>
                <a:latin typeface="Aptos"/>
                <a:ea typeface="Aptos"/>
                <a:cs typeface="Aptos"/>
              </a:rPr>
              <a:t>Kết luận về mô hình</a:t>
            </a:r>
          </a:p>
        </p:txBody>
      </p:sp>
      <p:sp>
        <p:nvSpPr>
          <p:cNvPr id="2" name="subtitle-9">
            <a:extLst>
              <a:ext uri="{FF2B5EF4-FFF2-40B4-BE49-F238E27FC236}">
                <a16:creationId xmlns:a16="http://schemas.microsoft.com/office/drawing/2014/main" id="{7BB90CFC-796E-451E-862B-7B2644C78AFF}"/>
              </a:ext>
            </a:extLst>
          </p:cNvPr>
          <p:cNvSpPr>
            <a:spLocks noGrp="1"/>
          </p:cNvSpPr>
          <p:nvPr/>
        </p:nvSpPr>
        <p:spPr>
          <a:xfrm>
            <a:off x="561975" y="790575"/>
            <a:ext cx="10972800" cy="266700"/>
          </a:xfrm>
          <a:prstGeom prst="rect">
            <a:avLst/>
          </a:prstGeom>
          <a:noFill/>
          <a:ln w="0">
            <a:noFill/>
            <a:prstDash val="solid"/>
          </a:ln>
        </p:spPr>
        <p:txBody>
          <a:bodyPr lIns="0" tIns="0" rIns="0" bIns="0" anchor="ctr">
            <a:normAutofit/>
          </a:bodyPr>
          <a:lstStyle>
            <a:defPPr algn="l">
              <a:defRPr sz="1200">
                <a:solidFill>
                  <a:srgbClr val="5F6B7C"/>
                </a:solidFill>
                <a:latin typeface="Aptos"/>
                <a:ea typeface="Aptos"/>
                <a:cs typeface="Aptos"/>
              </a:defRPr>
            </a:defPPr>
            <a:lvl1pPr algn="l">
              <a:buNone/>
              <a:defRPr sz="1200">
                <a:solidFill>
                  <a:srgbClr val="5F6B7C"/>
                </a:solidFill>
                <a:latin typeface="Aptos"/>
                <a:ea typeface="Aptos"/>
                <a:cs typeface="Aptos"/>
              </a:defRPr>
            </a:lvl1pPr>
            <a:lvl2pPr algn="l">
              <a:buNone/>
              <a:defRPr sz="1200">
                <a:solidFill>
                  <a:srgbClr val="5F6B7C"/>
                </a:solidFill>
                <a:latin typeface="Aptos"/>
                <a:ea typeface="Aptos"/>
                <a:cs typeface="Aptos"/>
              </a:defRPr>
            </a:lvl2pPr>
            <a:lvl3pPr algn="l">
              <a:buNone/>
              <a:defRPr sz="1200">
                <a:solidFill>
                  <a:srgbClr val="5F6B7C"/>
                </a:solidFill>
                <a:latin typeface="Aptos"/>
                <a:ea typeface="Aptos"/>
                <a:cs typeface="Aptos"/>
              </a:defRPr>
            </a:lvl3pPr>
            <a:lvl4pPr algn="l">
              <a:buNone/>
              <a:defRPr sz="1200">
                <a:solidFill>
                  <a:srgbClr val="5F6B7C"/>
                </a:solidFill>
                <a:latin typeface="Aptos"/>
                <a:ea typeface="Aptos"/>
                <a:cs typeface="Aptos"/>
              </a:defRPr>
            </a:lvl4pPr>
            <a:lvl5pPr algn="l">
              <a:buNone/>
              <a:defRPr sz="1200">
                <a:solidFill>
                  <a:srgbClr val="5F6B7C"/>
                </a:solidFill>
                <a:latin typeface="Aptos"/>
                <a:ea typeface="Aptos"/>
                <a:cs typeface="Aptos"/>
              </a:defRPr>
            </a:lvl5pPr>
            <a:lvl6pPr algn="l">
              <a:buNone/>
              <a:defRPr sz="1200">
                <a:solidFill>
                  <a:srgbClr val="5F6B7C"/>
                </a:solidFill>
                <a:latin typeface="Aptos"/>
                <a:ea typeface="Aptos"/>
                <a:cs typeface="Aptos"/>
              </a:defRPr>
            </a:lvl6pPr>
            <a:lvl7pPr algn="l">
              <a:buNone/>
              <a:defRPr sz="1200">
                <a:solidFill>
                  <a:srgbClr val="5F6B7C"/>
                </a:solidFill>
                <a:latin typeface="Aptos"/>
                <a:ea typeface="Aptos"/>
                <a:cs typeface="Aptos"/>
              </a:defRPr>
            </a:lvl7pPr>
            <a:lvl8pPr algn="l">
              <a:buNone/>
              <a:defRPr sz="1200">
                <a:solidFill>
                  <a:srgbClr val="5F6B7C"/>
                </a:solidFill>
                <a:latin typeface="Aptos"/>
                <a:ea typeface="Aptos"/>
                <a:cs typeface="Aptos"/>
              </a:defRPr>
            </a:lvl8pPr>
            <a:lvl9pPr algn="l">
              <a:buNone/>
              <a:defRPr sz="1200">
                <a:solidFill>
                  <a:srgbClr val="5F6B7C"/>
                </a:solidFill>
                <a:latin typeface="Aptos"/>
                <a:ea typeface="Aptos"/>
                <a:cs typeface="Aptos"/>
              </a:defRPr>
            </a:lvl9pPr>
          </a:lstStyle>
          <a:p>
            <a:pPr algn="l">
              <a:buNone/>
              <a:defRPr sz="1200">
                <a:solidFill>
                  <a:srgbClr val="5F6B7C"/>
                </a:solidFill>
                <a:latin typeface="Aptos"/>
                <a:ea typeface="Aptos"/>
                <a:cs typeface="Aptos"/>
              </a:defRPr>
            </a:pPr>
            <a:r>
              <a:rPr sz="1200">
                <a:solidFill>
                  <a:srgbClr val="5F6B7C"/>
                </a:solidFill>
                <a:latin typeface="Aptos"/>
                <a:ea typeface="Aptos"/>
                <a:cs typeface="Aptos"/>
              </a:rPr>
              <a:t>CNN tự xây học được biểu diễn phân loại CIFAR-100, với hiệu quả khác nhau giữa các lớp.</a:t>
            </a:r>
          </a:p>
        </p:txBody>
      </p:sp>
      <p:sp>
        <p:nvSpPr>
          <p:cNvPr id="3" name="rule-9">
            <a:extLst>
              <a:ext uri="{FF2B5EF4-FFF2-40B4-BE49-F238E27FC236}">
                <a16:creationId xmlns:a16="http://schemas.microsoft.com/office/drawing/2014/main" id="{FCBA02DD-9AD6-43E6-A7C6-68C52C99D124}"/>
              </a:ext>
            </a:extLst>
          </p:cNvPr>
          <p:cNvSpPr>
            <a:spLocks noGrp="1"/>
          </p:cNvSpPr>
          <p:nvPr/>
        </p:nvSpPr>
        <p:spPr>
          <a:xfrm>
            <a:off x="533400" y="1152525"/>
            <a:ext cx="1009650" cy="47625"/>
          </a:xfrm>
          <a:prstGeom prst="rect">
            <a:avLst/>
          </a:prstGeom>
          <a:solidFill>
            <a:srgbClr val="316EBE"/>
          </a:solidFill>
          <a:ln w="0">
            <a:noFill/>
            <a:prstDash val="solid"/>
          </a:ln>
        </p:spPr>
        <p:style>
          <a:lnRef idx="0">
            <a:scrgbClr r="0" g="0" b="0"/>
          </a:lnRef>
          <a:fillRef idx="0">
            <a:scrgbClr r="0" g="0" b="0"/>
          </a:fillRef>
          <a:effectRef idx="4">
            <a:scrgbClr r="0" g="0" b="0"/>
          </a:effectRef>
          <a:fontRef idx="major"/>
        </p:style>
        <p:txBody>
          <a:bodyPr/>
          <a:lstStyle/>
          <a:p>
            <a:endParaRPr lang="en-US"/>
          </a:p>
        </p:txBody>
      </p:sp>
      <p:sp>
        <p:nvSpPr>
          <p:cNvPr id="4" name="page-9">
            <a:extLst>
              <a:ext uri="{FF2B5EF4-FFF2-40B4-BE49-F238E27FC236}">
                <a16:creationId xmlns:a16="http://schemas.microsoft.com/office/drawing/2014/main" id="{798BF2BD-6AEA-428E-A905-B1CAF0CC700F}"/>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lang="en-US"/>
              <a:t>22</a:t>
            </a:r>
            <a:endParaRPr sz="998">
              <a:solidFill>
                <a:srgbClr val="5F6B7C"/>
              </a:solidFill>
              <a:latin typeface="Aptos"/>
              <a:ea typeface="Aptos"/>
              <a:cs typeface="Aptos"/>
            </a:endParaRPr>
          </a:p>
        </p:txBody>
      </p:sp>
      <p:sp>
        <p:nvSpPr>
          <p:cNvPr id="5" name="summary-arch-bg">
            <a:extLst>
              <a:ext uri="{FF2B5EF4-FFF2-40B4-BE49-F238E27FC236}">
                <a16:creationId xmlns:a16="http://schemas.microsoft.com/office/drawing/2014/main" id="{CEB631C2-E028-46CD-B711-F171E80EDD98}"/>
              </a:ext>
            </a:extLst>
          </p:cNvPr>
          <p:cNvSpPr>
            <a:spLocks noGrp="1"/>
          </p:cNvSpPr>
          <p:nvPr/>
        </p:nvSpPr>
        <p:spPr>
          <a:xfrm>
            <a:off x="706120" y="1206500"/>
            <a:ext cx="5552440" cy="3121660"/>
          </a:xfrm>
          <a:prstGeom prst="roundRect">
            <a:avLst>
              <a:gd name="adj" fmla="val 4651"/>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summary-arch-title">
            <a:extLst>
              <a:ext uri="{FF2B5EF4-FFF2-40B4-BE49-F238E27FC236}">
                <a16:creationId xmlns:a16="http://schemas.microsoft.com/office/drawing/2014/main" id="{C3344882-6E63-453D-A0C4-58108401BFCC}"/>
              </a:ext>
            </a:extLst>
          </p:cNvPr>
          <p:cNvSpPr>
            <a:spLocks noGrp="1"/>
          </p:cNvSpPr>
          <p:nvPr/>
        </p:nvSpPr>
        <p:spPr>
          <a:xfrm>
            <a:off x="918210" y="1330325"/>
            <a:ext cx="4996180" cy="450215"/>
          </a:xfrm>
          <a:prstGeom prst="rect">
            <a:avLst/>
          </a:prstGeom>
          <a:noFill/>
          <a:ln w="0">
            <a:noFill/>
            <a:prstDash val="solid"/>
          </a:ln>
        </p:spPr>
        <p:txBody>
          <a:bodyPr lIns="0" tIns="0" rIns="0" bIns="0" anchor="ctr">
            <a:normAutofit/>
          </a:bodyPr>
          <a:lstStyle>
            <a:defPPr algn="l">
              <a:defRPr sz="1388" b="1">
                <a:solidFill>
                  <a:srgbClr val="316EBE"/>
                </a:solidFill>
                <a:latin typeface="Aptos"/>
                <a:ea typeface="Aptos"/>
                <a:cs typeface="Aptos"/>
              </a:defRPr>
            </a:defPPr>
            <a:lvl1pPr algn="l">
              <a:buNone/>
              <a:defRPr sz="1388" b="1">
                <a:solidFill>
                  <a:srgbClr val="316EBE"/>
                </a:solidFill>
                <a:latin typeface="Aptos"/>
                <a:ea typeface="Aptos"/>
                <a:cs typeface="Aptos"/>
              </a:defRPr>
            </a:lvl1pPr>
            <a:lvl2pPr algn="l">
              <a:buNone/>
              <a:defRPr sz="1388" b="1">
                <a:solidFill>
                  <a:srgbClr val="316EBE"/>
                </a:solidFill>
                <a:latin typeface="Aptos"/>
                <a:ea typeface="Aptos"/>
                <a:cs typeface="Aptos"/>
              </a:defRPr>
            </a:lvl2pPr>
            <a:lvl3pPr algn="l">
              <a:buNone/>
              <a:defRPr sz="1388" b="1">
                <a:solidFill>
                  <a:srgbClr val="316EBE"/>
                </a:solidFill>
                <a:latin typeface="Aptos"/>
                <a:ea typeface="Aptos"/>
                <a:cs typeface="Aptos"/>
              </a:defRPr>
            </a:lvl3pPr>
            <a:lvl4pPr algn="l">
              <a:buNone/>
              <a:defRPr sz="1388" b="1">
                <a:solidFill>
                  <a:srgbClr val="316EBE"/>
                </a:solidFill>
                <a:latin typeface="Aptos"/>
                <a:ea typeface="Aptos"/>
                <a:cs typeface="Aptos"/>
              </a:defRPr>
            </a:lvl4pPr>
            <a:lvl5pPr algn="l">
              <a:buNone/>
              <a:defRPr sz="1388" b="1">
                <a:solidFill>
                  <a:srgbClr val="316EBE"/>
                </a:solidFill>
                <a:latin typeface="Aptos"/>
                <a:ea typeface="Aptos"/>
                <a:cs typeface="Aptos"/>
              </a:defRPr>
            </a:lvl5pPr>
            <a:lvl6pPr algn="l">
              <a:buNone/>
              <a:defRPr sz="1388" b="1">
                <a:solidFill>
                  <a:srgbClr val="316EBE"/>
                </a:solidFill>
                <a:latin typeface="Aptos"/>
                <a:ea typeface="Aptos"/>
                <a:cs typeface="Aptos"/>
              </a:defRPr>
            </a:lvl6pPr>
            <a:lvl7pPr algn="l">
              <a:buNone/>
              <a:defRPr sz="1388" b="1">
                <a:solidFill>
                  <a:srgbClr val="316EBE"/>
                </a:solidFill>
                <a:latin typeface="Aptos"/>
                <a:ea typeface="Aptos"/>
                <a:cs typeface="Aptos"/>
              </a:defRPr>
            </a:lvl7pPr>
            <a:lvl8pPr algn="l">
              <a:buNone/>
              <a:defRPr sz="1388" b="1">
                <a:solidFill>
                  <a:srgbClr val="316EBE"/>
                </a:solidFill>
                <a:latin typeface="Aptos"/>
                <a:ea typeface="Aptos"/>
                <a:cs typeface="Aptos"/>
              </a:defRPr>
            </a:lvl8pPr>
            <a:lvl9pPr algn="l">
              <a:buNone/>
              <a:defRPr sz="1388" b="1">
                <a:solidFill>
                  <a:srgbClr val="316EBE"/>
                </a:solidFill>
                <a:latin typeface="Aptos"/>
                <a:ea typeface="Aptos"/>
                <a:cs typeface="Aptos"/>
              </a:defRPr>
            </a:lvl9pPr>
          </a:lstStyle>
          <a:p>
            <a:pPr>
              <a:defRPr sz="1388" b="1">
                <a:solidFill>
                  <a:srgbClr val="316EBE"/>
                </a:solidFill>
                <a:latin typeface="Aptos"/>
                <a:ea typeface="Aptos"/>
                <a:cs typeface="Aptos"/>
              </a:defRPr>
            </a:pPr>
            <a:r>
              <a:rPr lang="en-US" sz="1400" err="1"/>
              <a:t>Về</a:t>
            </a:r>
            <a:r>
              <a:rPr lang="en-US" sz="1400"/>
              <a:t> </a:t>
            </a:r>
            <a:r>
              <a:rPr lang="en-US" sz="1400" err="1"/>
              <a:t>hiệu</a:t>
            </a:r>
            <a:r>
              <a:rPr lang="en-US" sz="1400"/>
              <a:t> </a:t>
            </a:r>
            <a:r>
              <a:rPr lang="en-US" sz="1400" err="1"/>
              <a:t>quả</a:t>
            </a:r>
            <a:r>
              <a:rPr lang="en-US" sz="1400"/>
              <a:t> </a:t>
            </a:r>
            <a:r>
              <a:rPr lang="en-US" sz="1400" err="1"/>
              <a:t>phân</a:t>
            </a:r>
            <a:r>
              <a:rPr lang="en-US" sz="1400"/>
              <a:t> </a:t>
            </a:r>
            <a:r>
              <a:rPr lang="en-US" sz="1400" err="1"/>
              <a:t>loại</a:t>
            </a:r>
            <a:endParaRPr lang="en-US" sz="1400"/>
          </a:p>
          <a:p>
            <a:pPr algn="l">
              <a:buNone/>
              <a:defRPr sz="1388" b="1">
                <a:solidFill>
                  <a:srgbClr val="316EBE"/>
                </a:solidFill>
                <a:latin typeface="Aptos"/>
                <a:ea typeface="Aptos"/>
                <a:cs typeface="Aptos"/>
              </a:defRPr>
            </a:pPr>
            <a:endParaRPr lang="en-US" sz="1350" b="1">
              <a:solidFill>
                <a:srgbClr val="316EBE"/>
              </a:solidFill>
              <a:latin typeface="Aptos"/>
              <a:ea typeface="Aptos"/>
              <a:cs typeface="Aptos"/>
            </a:endParaRPr>
          </a:p>
        </p:txBody>
      </p:sp>
      <p:sp>
        <p:nvSpPr>
          <p:cNvPr id="7" name="summary-arch-body">
            <a:extLst>
              <a:ext uri="{FF2B5EF4-FFF2-40B4-BE49-F238E27FC236}">
                <a16:creationId xmlns:a16="http://schemas.microsoft.com/office/drawing/2014/main" id="{266FA80F-99C9-4466-B0EE-7FF145D1DD5D}"/>
              </a:ext>
            </a:extLst>
          </p:cNvPr>
          <p:cNvSpPr>
            <a:spLocks noGrp="1"/>
          </p:cNvSpPr>
          <p:nvPr/>
        </p:nvSpPr>
        <p:spPr>
          <a:xfrm>
            <a:off x="704850" y="1978025"/>
            <a:ext cx="5422900" cy="1859280"/>
          </a:xfrm>
          <a:prstGeom prst="rect">
            <a:avLst/>
          </a:prstGeom>
          <a:noFill/>
          <a:ln w="0">
            <a:noFill/>
            <a:prstDash val="solid"/>
          </a:ln>
        </p:spPr>
        <p:txBody>
          <a:bodyPr lIns="0" tIns="0" rIns="0" bIns="0" anchor="ctr">
            <a:normAutofit/>
          </a:bodyPr>
          <a:lstStyle>
            <a:defPPr algn="l">
              <a:defRPr sz="1200">
                <a:solidFill>
                  <a:srgbClr val="2D3748"/>
                </a:solidFill>
                <a:latin typeface="Aptos"/>
                <a:ea typeface="Aptos"/>
                <a:cs typeface="Aptos"/>
              </a:defRPr>
            </a:defPPr>
            <a:lvl1pPr algn="l">
              <a:buNone/>
              <a:defRPr sz="1200">
                <a:solidFill>
                  <a:srgbClr val="2D3748"/>
                </a:solidFill>
                <a:latin typeface="Aptos"/>
                <a:ea typeface="Aptos"/>
                <a:cs typeface="Aptos"/>
              </a:defRPr>
            </a:lvl1pPr>
            <a:lvl2pPr algn="l">
              <a:buNone/>
              <a:defRPr sz="1200">
                <a:solidFill>
                  <a:srgbClr val="2D3748"/>
                </a:solidFill>
                <a:latin typeface="Aptos"/>
                <a:ea typeface="Aptos"/>
                <a:cs typeface="Aptos"/>
              </a:defRPr>
            </a:lvl2pPr>
            <a:lvl3pPr algn="l">
              <a:buNone/>
              <a:defRPr sz="1200">
                <a:solidFill>
                  <a:srgbClr val="2D3748"/>
                </a:solidFill>
                <a:latin typeface="Aptos"/>
                <a:ea typeface="Aptos"/>
                <a:cs typeface="Aptos"/>
              </a:defRPr>
            </a:lvl3pPr>
            <a:lvl4pPr algn="l">
              <a:buNone/>
              <a:defRPr sz="1200">
                <a:solidFill>
                  <a:srgbClr val="2D3748"/>
                </a:solidFill>
                <a:latin typeface="Aptos"/>
                <a:ea typeface="Aptos"/>
                <a:cs typeface="Aptos"/>
              </a:defRPr>
            </a:lvl4pPr>
            <a:lvl5pPr algn="l">
              <a:buNone/>
              <a:defRPr sz="1200">
                <a:solidFill>
                  <a:srgbClr val="2D3748"/>
                </a:solidFill>
                <a:latin typeface="Aptos"/>
                <a:ea typeface="Aptos"/>
                <a:cs typeface="Aptos"/>
              </a:defRPr>
            </a:lvl5pPr>
            <a:lvl6pPr algn="l">
              <a:buNone/>
              <a:defRPr sz="1200">
                <a:solidFill>
                  <a:srgbClr val="2D3748"/>
                </a:solidFill>
                <a:latin typeface="Aptos"/>
                <a:ea typeface="Aptos"/>
                <a:cs typeface="Aptos"/>
              </a:defRPr>
            </a:lvl6pPr>
            <a:lvl7pPr algn="l">
              <a:buNone/>
              <a:defRPr sz="1200">
                <a:solidFill>
                  <a:srgbClr val="2D3748"/>
                </a:solidFill>
                <a:latin typeface="Aptos"/>
                <a:ea typeface="Aptos"/>
                <a:cs typeface="Aptos"/>
              </a:defRPr>
            </a:lvl7pPr>
            <a:lvl8pPr algn="l">
              <a:buNone/>
              <a:defRPr sz="1200">
                <a:solidFill>
                  <a:srgbClr val="2D3748"/>
                </a:solidFill>
                <a:latin typeface="Aptos"/>
                <a:ea typeface="Aptos"/>
                <a:cs typeface="Aptos"/>
              </a:defRPr>
            </a:lvl8pPr>
            <a:lvl9pPr algn="l">
              <a:buNone/>
              <a:defRPr sz="1200">
                <a:solidFill>
                  <a:srgbClr val="2D3748"/>
                </a:solidFill>
                <a:latin typeface="Aptos"/>
                <a:ea typeface="Aptos"/>
                <a:cs typeface="Aptos"/>
              </a:defRPr>
            </a:lvl9pPr>
          </a:lstStyle>
          <a:p>
            <a:pPr>
              <a:lnSpc>
                <a:spcPct val="110000"/>
              </a:lnSpc>
              <a:defRPr sz="1200">
                <a:solidFill>
                  <a:srgbClr val="2D3748"/>
                </a:solidFill>
                <a:latin typeface="Aptos"/>
                <a:ea typeface="Aptos"/>
                <a:cs typeface="Aptos"/>
              </a:defRPr>
            </a:pPr>
            <a:r>
              <a:rPr lang="vi-VN" sz="1400"/>
              <a:t>Trong ba thí nghiệm trên CIFAR-100, mô hình sử dụng kernel 3×3 đạt test accuracy cao nhất, 68,42%, đồng thời có số lượng tham số ít nhất. Khi tăng kích thước kernel lên 7×7 và 9×9, số lượng tham số tăng nhưng hiệu quả phân loại giảm.</a:t>
            </a:r>
            <a:endParaRPr lang="en-US" sz="1400"/>
          </a:p>
          <a:p>
            <a:pPr>
              <a:defRPr sz="1200">
                <a:solidFill>
                  <a:srgbClr val="2D3748"/>
                </a:solidFill>
                <a:latin typeface="Aptos"/>
                <a:ea typeface="Aptos"/>
                <a:cs typeface="Aptos"/>
              </a:defRPr>
            </a:pPr>
            <a:r>
              <a:rPr lang="en-US" sz="1400"/>
              <a:t>F1-score dao động theo lớp, cho thấy một số lớp dễ nhầm hơn những lớp khác.</a:t>
            </a:r>
            <a:endParaRPr lang="vi-VN" sz="1400">
              <a:solidFill>
                <a:srgbClr val="000000"/>
              </a:solidFill>
            </a:endParaRPr>
          </a:p>
          <a:p>
            <a:pPr algn="l">
              <a:lnSpc>
                <a:spcPct val="110000"/>
              </a:lnSpc>
              <a:buNone/>
              <a:defRPr sz="1200">
                <a:solidFill>
                  <a:srgbClr val="2D3748"/>
                </a:solidFill>
                <a:latin typeface="Aptos"/>
                <a:ea typeface="Aptos"/>
                <a:cs typeface="Aptos"/>
              </a:defRPr>
            </a:pPr>
            <a:endParaRPr lang="vi-VN" sz="1400">
              <a:solidFill>
                <a:srgbClr val="2D3748"/>
              </a:solidFill>
              <a:latin typeface="Aptos"/>
              <a:ea typeface="Aptos"/>
              <a:cs typeface="Aptos"/>
            </a:endParaRPr>
          </a:p>
        </p:txBody>
      </p:sp>
      <p:sp>
        <p:nvSpPr>
          <p:cNvPr id="8" name="summary-train-bg">
            <a:extLst>
              <a:ext uri="{FF2B5EF4-FFF2-40B4-BE49-F238E27FC236}">
                <a16:creationId xmlns:a16="http://schemas.microsoft.com/office/drawing/2014/main" id="{730543E0-5CA5-4CA1-B2AE-362DD35EDF85}"/>
              </a:ext>
            </a:extLst>
          </p:cNvPr>
          <p:cNvSpPr>
            <a:spLocks noGrp="1"/>
          </p:cNvSpPr>
          <p:nvPr/>
        </p:nvSpPr>
        <p:spPr>
          <a:xfrm>
            <a:off x="6403340" y="1155700"/>
            <a:ext cx="5532120" cy="3131820"/>
          </a:xfrm>
          <a:prstGeom prst="roundRect">
            <a:avLst>
              <a:gd name="adj" fmla="val 4651"/>
            </a:avLst>
          </a:prstGeom>
          <a:solidFill>
            <a:srgbClr val="F5F8FC"/>
          </a:solidFill>
          <a:ln w="15240">
            <a:solidFill>
              <a:srgbClr val="DCE3E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9" name="summary-train-title">
            <a:extLst>
              <a:ext uri="{FF2B5EF4-FFF2-40B4-BE49-F238E27FC236}">
                <a16:creationId xmlns:a16="http://schemas.microsoft.com/office/drawing/2014/main" id="{B118A2A3-8D28-4954-A678-0C282586EBC0}"/>
              </a:ext>
            </a:extLst>
          </p:cNvPr>
          <p:cNvSpPr>
            <a:spLocks noGrp="1"/>
          </p:cNvSpPr>
          <p:nvPr/>
        </p:nvSpPr>
        <p:spPr>
          <a:xfrm>
            <a:off x="6493510" y="1370965"/>
            <a:ext cx="4975860" cy="358775"/>
          </a:xfrm>
          <a:prstGeom prst="rect">
            <a:avLst/>
          </a:prstGeom>
          <a:noFill/>
          <a:ln w="0">
            <a:noFill/>
            <a:prstDash val="solid"/>
          </a:ln>
        </p:spPr>
        <p:txBody>
          <a:bodyPr lIns="0" tIns="0" rIns="0" bIns="0" anchor="ctr">
            <a:normAutofit/>
          </a:bodyPr>
          <a:lstStyle>
            <a:defPPr algn="l">
              <a:defRPr sz="1388" b="1">
                <a:solidFill>
                  <a:srgbClr val="318B5F"/>
                </a:solidFill>
                <a:latin typeface="Aptos"/>
                <a:ea typeface="Aptos"/>
                <a:cs typeface="Aptos"/>
              </a:defRPr>
            </a:defPPr>
            <a:lvl1pPr algn="l">
              <a:buNone/>
              <a:defRPr sz="1388" b="1">
                <a:solidFill>
                  <a:srgbClr val="318B5F"/>
                </a:solidFill>
                <a:latin typeface="Aptos"/>
                <a:ea typeface="Aptos"/>
                <a:cs typeface="Aptos"/>
              </a:defRPr>
            </a:lvl1pPr>
            <a:lvl2pPr algn="l">
              <a:buNone/>
              <a:defRPr sz="1388" b="1">
                <a:solidFill>
                  <a:srgbClr val="318B5F"/>
                </a:solidFill>
                <a:latin typeface="Aptos"/>
                <a:ea typeface="Aptos"/>
                <a:cs typeface="Aptos"/>
              </a:defRPr>
            </a:lvl2pPr>
            <a:lvl3pPr algn="l">
              <a:buNone/>
              <a:defRPr sz="1388" b="1">
                <a:solidFill>
                  <a:srgbClr val="318B5F"/>
                </a:solidFill>
                <a:latin typeface="Aptos"/>
                <a:ea typeface="Aptos"/>
                <a:cs typeface="Aptos"/>
              </a:defRPr>
            </a:lvl3pPr>
            <a:lvl4pPr algn="l">
              <a:buNone/>
              <a:defRPr sz="1388" b="1">
                <a:solidFill>
                  <a:srgbClr val="318B5F"/>
                </a:solidFill>
                <a:latin typeface="Aptos"/>
                <a:ea typeface="Aptos"/>
                <a:cs typeface="Aptos"/>
              </a:defRPr>
            </a:lvl4pPr>
            <a:lvl5pPr algn="l">
              <a:buNone/>
              <a:defRPr sz="1388" b="1">
                <a:solidFill>
                  <a:srgbClr val="318B5F"/>
                </a:solidFill>
                <a:latin typeface="Aptos"/>
                <a:ea typeface="Aptos"/>
                <a:cs typeface="Aptos"/>
              </a:defRPr>
            </a:lvl5pPr>
            <a:lvl6pPr algn="l">
              <a:buNone/>
              <a:defRPr sz="1388" b="1">
                <a:solidFill>
                  <a:srgbClr val="318B5F"/>
                </a:solidFill>
                <a:latin typeface="Aptos"/>
                <a:ea typeface="Aptos"/>
                <a:cs typeface="Aptos"/>
              </a:defRPr>
            </a:lvl6pPr>
            <a:lvl7pPr algn="l">
              <a:buNone/>
              <a:defRPr sz="1388" b="1">
                <a:solidFill>
                  <a:srgbClr val="318B5F"/>
                </a:solidFill>
                <a:latin typeface="Aptos"/>
                <a:ea typeface="Aptos"/>
                <a:cs typeface="Aptos"/>
              </a:defRPr>
            </a:lvl7pPr>
            <a:lvl8pPr algn="l">
              <a:buNone/>
              <a:defRPr sz="1388" b="1">
                <a:solidFill>
                  <a:srgbClr val="318B5F"/>
                </a:solidFill>
                <a:latin typeface="Aptos"/>
                <a:ea typeface="Aptos"/>
                <a:cs typeface="Aptos"/>
              </a:defRPr>
            </a:lvl8pPr>
            <a:lvl9pPr algn="l">
              <a:buNone/>
              <a:defRPr sz="1388" b="1">
                <a:solidFill>
                  <a:srgbClr val="318B5F"/>
                </a:solidFill>
                <a:latin typeface="Aptos"/>
                <a:ea typeface="Aptos"/>
                <a:cs typeface="Aptos"/>
              </a:defRPr>
            </a:lvl9pPr>
          </a:lstStyle>
          <a:p>
            <a:pPr>
              <a:defRPr sz="1388" b="1">
                <a:solidFill>
                  <a:srgbClr val="318B5F"/>
                </a:solidFill>
                <a:latin typeface="Aptos"/>
                <a:ea typeface="Aptos"/>
                <a:cs typeface="Aptos"/>
              </a:defRPr>
            </a:pPr>
            <a:r>
              <a:rPr lang="vi-VN" sz="1400"/>
              <a:t>Về khả năng học đặc trưng</a:t>
            </a:r>
          </a:p>
          <a:p>
            <a:pPr algn="l">
              <a:buNone/>
              <a:defRPr sz="1388" b="1">
                <a:solidFill>
                  <a:srgbClr val="318B5F"/>
                </a:solidFill>
                <a:latin typeface="Aptos"/>
                <a:ea typeface="Aptos"/>
                <a:cs typeface="Aptos"/>
              </a:defRPr>
            </a:pPr>
            <a:endParaRPr lang="vi-VN" sz="1350" b="1">
              <a:solidFill>
                <a:srgbClr val="318B5F"/>
              </a:solidFill>
              <a:latin typeface="Aptos"/>
              <a:ea typeface="Aptos"/>
              <a:cs typeface="Aptos"/>
            </a:endParaRPr>
          </a:p>
        </p:txBody>
      </p:sp>
      <p:sp>
        <p:nvSpPr>
          <p:cNvPr id="10" name="summary-train-body">
            <a:extLst>
              <a:ext uri="{FF2B5EF4-FFF2-40B4-BE49-F238E27FC236}">
                <a16:creationId xmlns:a16="http://schemas.microsoft.com/office/drawing/2014/main" id="{9A9B64F1-77C8-46C2-9612-D4032EDFD24B}"/>
              </a:ext>
            </a:extLst>
          </p:cNvPr>
          <p:cNvSpPr>
            <a:spLocks noGrp="1"/>
          </p:cNvSpPr>
          <p:nvPr/>
        </p:nvSpPr>
        <p:spPr>
          <a:xfrm>
            <a:off x="6686550" y="1490345"/>
            <a:ext cx="4975860" cy="1971040"/>
          </a:xfrm>
          <a:prstGeom prst="rect">
            <a:avLst/>
          </a:prstGeom>
          <a:noFill/>
          <a:ln w="0">
            <a:noFill/>
            <a:prstDash val="solid"/>
          </a:ln>
        </p:spPr>
        <p:txBody>
          <a:bodyPr lIns="0" tIns="0" rIns="0" bIns="0" anchor="ctr">
            <a:normAutofit/>
          </a:bodyPr>
          <a:lstStyle>
            <a:defPPr algn="l">
              <a:defRPr sz="1200">
                <a:solidFill>
                  <a:srgbClr val="2D3748"/>
                </a:solidFill>
                <a:latin typeface="Aptos"/>
                <a:ea typeface="Aptos"/>
                <a:cs typeface="Aptos"/>
              </a:defRPr>
            </a:defPPr>
            <a:lvl1pPr algn="l">
              <a:buNone/>
              <a:defRPr sz="1200">
                <a:solidFill>
                  <a:srgbClr val="2D3748"/>
                </a:solidFill>
                <a:latin typeface="Aptos"/>
                <a:ea typeface="Aptos"/>
                <a:cs typeface="Aptos"/>
              </a:defRPr>
            </a:lvl1pPr>
            <a:lvl2pPr algn="l">
              <a:buNone/>
              <a:defRPr sz="1200">
                <a:solidFill>
                  <a:srgbClr val="2D3748"/>
                </a:solidFill>
                <a:latin typeface="Aptos"/>
                <a:ea typeface="Aptos"/>
                <a:cs typeface="Aptos"/>
              </a:defRPr>
            </a:lvl2pPr>
            <a:lvl3pPr algn="l">
              <a:buNone/>
              <a:defRPr sz="1200">
                <a:solidFill>
                  <a:srgbClr val="2D3748"/>
                </a:solidFill>
                <a:latin typeface="Aptos"/>
                <a:ea typeface="Aptos"/>
                <a:cs typeface="Aptos"/>
              </a:defRPr>
            </a:lvl3pPr>
            <a:lvl4pPr algn="l">
              <a:buNone/>
              <a:defRPr sz="1200">
                <a:solidFill>
                  <a:srgbClr val="2D3748"/>
                </a:solidFill>
                <a:latin typeface="Aptos"/>
                <a:ea typeface="Aptos"/>
                <a:cs typeface="Aptos"/>
              </a:defRPr>
            </a:lvl4pPr>
            <a:lvl5pPr algn="l">
              <a:buNone/>
              <a:defRPr sz="1200">
                <a:solidFill>
                  <a:srgbClr val="2D3748"/>
                </a:solidFill>
                <a:latin typeface="Aptos"/>
                <a:ea typeface="Aptos"/>
                <a:cs typeface="Aptos"/>
              </a:defRPr>
            </a:lvl5pPr>
            <a:lvl6pPr algn="l">
              <a:buNone/>
              <a:defRPr sz="1200">
                <a:solidFill>
                  <a:srgbClr val="2D3748"/>
                </a:solidFill>
                <a:latin typeface="Aptos"/>
                <a:ea typeface="Aptos"/>
                <a:cs typeface="Aptos"/>
              </a:defRPr>
            </a:lvl6pPr>
            <a:lvl7pPr algn="l">
              <a:buNone/>
              <a:defRPr sz="1200">
                <a:solidFill>
                  <a:srgbClr val="2D3748"/>
                </a:solidFill>
                <a:latin typeface="Aptos"/>
                <a:ea typeface="Aptos"/>
                <a:cs typeface="Aptos"/>
              </a:defRPr>
            </a:lvl7pPr>
            <a:lvl8pPr algn="l">
              <a:buNone/>
              <a:defRPr sz="1200">
                <a:solidFill>
                  <a:srgbClr val="2D3748"/>
                </a:solidFill>
                <a:latin typeface="Aptos"/>
                <a:ea typeface="Aptos"/>
                <a:cs typeface="Aptos"/>
              </a:defRPr>
            </a:lvl8pPr>
            <a:lvl9pPr algn="l">
              <a:buNone/>
              <a:defRPr sz="1200">
                <a:solidFill>
                  <a:srgbClr val="2D3748"/>
                </a:solidFill>
                <a:latin typeface="Aptos"/>
                <a:ea typeface="Aptos"/>
                <a:cs typeface="Aptos"/>
              </a:defRPr>
            </a:lvl9pPr>
          </a:lstStyle>
          <a:p>
            <a:pPr algn="l">
              <a:lnSpc>
                <a:spcPct val="110000"/>
              </a:lnSpc>
              <a:buNone/>
              <a:defRPr sz="1200">
                <a:solidFill>
                  <a:srgbClr val="2D3748"/>
                </a:solidFill>
                <a:latin typeface="Aptos"/>
                <a:ea typeface="Aptos"/>
                <a:cs typeface="Aptos"/>
              </a:defRPr>
            </a:pPr>
            <a:r>
              <a:rPr lang="vi-VN" sz="1400"/>
              <a:t>Thông qua kernel và feature maps, nhóm quan sát được quá trình CNN biến đổi dữ liệu ảnh thành các biểu diễn đặc trưng có nhiều kênh và độ phân giải khác nhau. Quá trình này kết thúc bằng vector 384 chiều trước khi đi qua các lớp Linear để phân loại.</a:t>
            </a:r>
            <a:endParaRPr lang="en-US" sz="1400">
              <a:solidFill>
                <a:srgbClr val="2D3748"/>
              </a:solidFill>
              <a:latin typeface="Aptos"/>
              <a:ea typeface="Aptos"/>
              <a:cs typeface="Aptos"/>
            </a:endParaRPr>
          </a:p>
        </p:txBody>
      </p:sp>
      <p:sp>
        <p:nvSpPr>
          <p:cNvPr id="14" name="scope-note-bg">
            <a:extLst>
              <a:ext uri="{FF2B5EF4-FFF2-40B4-BE49-F238E27FC236}">
                <a16:creationId xmlns:a16="http://schemas.microsoft.com/office/drawing/2014/main" id="{66390A07-025C-43C4-9DA3-23DACAAF4FFF}"/>
              </a:ext>
            </a:extLst>
          </p:cNvPr>
          <p:cNvSpPr>
            <a:spLocks noGrp="1"/>
          </p:cNvSpPr>
          <p:nvPr/>
        </p:nvSpPr>
        <p:spPr>
          <a:xfrm>
            <a:off x="706120" y="4771390"/>
            <a:ext cx="10820400" cy="1495425"/>
          </a:xfrm>
          <a:prstGeom prst="roundRect">
            <a:avLst>
              <a:gd name="adj" fmla="val 5096"/>
            </a:avLst>
          </a:prstGeom>
          <a:solidFill>
            <a:srgbClr val="FFECDC"/>
          </a:solidFill>
          <a:ln w="15240">
            <a:solidFill>
              <a:srgbClr val="CF702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scope-note-title">
            <a:extLst>
              <a:ext uri="{FF2B5EF4-FFF2-40B4-BE49-F238E27FC236}">
                <a16:creationId xmlns:a16="http://schemas.microsoft.com/office/drawing/2014/main" id="{1DC9B83D-2757-4971-88E6-BCCC2A04AA7F}"/>
              </a:ext>
            </a:extLst>
          </p:cNvPr>
          <p:cNvSpPr>
            <a:spLocks noGrp="1"/>
          </p:cNvSpPr>
          <p:nvPr/>
        </p:nvSpPr>
        <p:spPr>
          <a:xfrm>
            <a:off x="923290" y="4747260"/>
            <a:ext cx="10096500" cy="323850"/>
          </a:xfrm>
          <a:prstGeom prst="rect">
            <a:avLst/>
          </a:prstGeom>
          <a:noFill/>
          <a:ln w="0">
            <a:noFill/>
            <a:prstDash val="solid"/>
          </a:ln>
        </p:spPr>
        <p:txBody>
          <a:bodyPr lIns="0" tIns="0" rIns="0" bIns="0" anchor="ctr">
            <a:normAutofit/>
          </a:bodyPr>
          <a:lstStyle>
            <a:defPPr algn="l">
              <a:defRPr sz="1650" b="1">
                <a:solidFill>
                  <a:srgbClr val="CF702E"/>
                </a:solidFill>
                <a:latin typeface="Aptos"/>
                <a:ea typeface="Aptos"/>
                <a:cs typeface="Aptos"/>
              </a:defRPr>
            </a:defPPr>
            <a:lvl1pPr algn="l">
              <a:buNone/>
              <a:defRPr sz="1650" b="1">
                <a:solidFill>
                  <a:srgbClr val="CF702E"/>
                </a:solidFill>
                <a:latin typeface="Aptos"/>
                <a:ea typeface="Aptos"/>
                <a:cs typeface="Aptos"/>
              </a:defRPr>
            </a:lvl1pPr>
            <a:lvl2pPr algn="l">
              <a:buNone/>
              <a:defRPr sz="1650" b="1">
                <a:solidFill>
                  <a:srgbClr val="CF702E"/>
                </a:solidFill>
                <a:latin typeface="Aptos"/>
                <a:ea typeface="Aptos"/>
                <a:cs typeface="Aptos"/>
              </a:defRPr>
            </a:lvl2pPr>
            <a:lvl3pPr algn="l">
              <a:buNone/>
              <a:defRPr sz="1650" b="1">
                <a:solidFill>
                  <a:srgbClr val="CF702E"/>
                </a:solidFill>
                <a:latin typeface="Aptos"/>
                <a:ea typeface="Aptos"/>
                <a:cs typeface="Aptos"/>
              </a:defRPr>
            </a:lvl3pPr>
            <a:lvl4pPr algn="l">
              <a:buNone/>
              <a:defRPr sz="1650" b="1">
                <a:solidFill>
                  <a:srgbClr val="CF702E"/>
                </a:solidFill>
                <a:latin typeface="Aptos"/>
                <a:ea typeface="Aptos"/>
                <a:cs typeface="Aptos"/>
              </a:defRPr>
            </a:lvl4pPr>
            <a:lvl5pPr algn="l">
              <a:buNone/>
              <a:defRPr sz="1650" b="1">
                <a:solidFill>
                  <a:srgbClr val="CF702E"/>
                </a:solidFill>
                <a:latin typeface="Aptos"/>
                <a:ea typeface="Aptos"/>
                <a:cs typeface="Aptos"/>
              </a:defRPr>
            </a:lvl5pPr>
            <a:lvl6pPr algn="l">
              <a:buNone/>
              <a:defRPr sz="1650" b="1">
                <a:solidFill>
                  <a:srgbClr val="CF702E"/>
                </a:solidFill>
                <a:latin typeface="Aptos"/>
                <a:ea typeface="Aptos"/>
                <a:cs typeface="Aptos"/>
              </a:defRPr>
            </a:lvl6pPr>
            <a:lvl7pPr algn="l">
              <a:buNone/>
              <a:defRPr sz="1650" b="1">
                <a:solidFill>
                  <a:srgbClr val="CF702E"/>
                </a:solidFill>
                <a:latin typeface="Aptos"/>
                <a:ea typeface="Aptos"/>
                <a:cs typeface="Aptos"/>
              </a:defRPr>
            </a:lvl7pPr>
            <a:lvl8pPr algn="l">
              <a:buNone/>
              <a:defRPr sz="1650" b="1">
                <a:solidFill>
                  <a:srgbClr val="CF702E"/>
                </a:solidFill>
                <a:latin typeface="Aptos"/>
                <a:ea typeface="Aptos"/>
                <a:cs typeface="Aptos"/>
              </a:defRPr>
            </a:lvl8pPr>
            <a:lvl9pPr algn="l">
              <a:buNone/>
              <a:defRPr sz="1650" b="1">
                <a:solidFill>
                  <a:srgbClr val="CF702E"/>
                </a:solidFill>
                <a:latin typeface="Aptos"/>
                <a:ea typeface="Aptos"/>
                <a:cs typeface="Aptos"/>
              </a:defRPr>
            </a:lvl9pPr>
          </a:lstStyle>
          <a:p>
            <a:pPr>
              <a:defRPr sz="1650" b="1">
                <a:solidFill>
                  <a:srgbClr val="CF702E"/>
                </a:solidFill>
                <a:latin typeface="Aptos"/>
                <a:ea typeface="Aptos"/>
                <a:cs typeface="Aptos"/>
              </a:defRPr>
            </a:pPr>
            <a:r>
              <a:rPr lang="en-US"/>
              <a:t>Kết luận chung</a:t>
            </a:r>
            <a:endParaRPr lang="en-US" sz="1650" b="1">
              <a:solidFill>
                <a:srgbClr val="CF702E"/>
              </a:solidFill>
              <a:latin typeface="Aptos"/>
              <a:ea typeface="Aptos"/>
              <a:cs typeface="Aptos"/>
            </a:endParaRPr>
          </a:p>
        </p:txBody>
      </p:sp>
      <p:sp>
        <p:nvSpPr>
          <p:cNvPr id="16" name="scope-note-body">
            <a:extLst>
              <a:ext uri="{FF2B5EF4-FFF2-40B4-BE49-F238E27FC236}">
                <a16:creationId xmlns:a16="http://schemas.microsoft.com/office/drawing/2014/main" id="{440587C5-5F0F-4465-A5D5-97E6B8D902D2}"/>
              </a:ext>
            </a:extLst>
          </p:cNvPr>
          <p:cNvSpPr>
            <a:spLocks noGrp="1"/>
          </p:cNvSpPr>
          <p:nvPr/>
        </p:nvSpPr>
        <p:spPr>
          <a:xfrm>
            <a:off x="923290" y="5194935"/>
            <a:ext cx="10096500" cy="638175"/>
          </a:xfrm>
          <a:prstGeom prst="rect">
            <a:avLst/>
          </a:prstGeom>
          <a:noFill/>
          <a:ln w="0">
            <a:noFill/>
            <a:prstDash val="solid"/>
          </a:ln>
        </p:spPr>
        <p:txBody>
          <a:bodyPr lIns="0" tIns="0" rIns="0" bIns="0" anchor="ctr">
            <a:normAutofit/>
          </a:bodyPr>
          <a:lstStyle>
            <a:defPPr algn="l">
              <a:defRPr sz="1350">
                <a:solidFill>
                  <a:srgbClr val="2D3748"/>
                </a:solidFill>
                <a:latin typeface="Aptos"/>
                <a:ea typeface="Aptos"/>
                <a:cs typeface="Aptos"/>
              </a:defRPr>
            </a:defPPr>
            <a:lvl1pPr algn="l">
              <a:buNone/>
              <a:defRPr sz="1350">
                <a:solidFill>
                  <a:srgbClr val="2D3748"/>
                </a:solidFill>
                <a:latin typeface="Aptos"/>
                <a:ea typeface="Aptos"/>
                <a:cs typeface="Aptos"/>
              </a:defRPr>
            </a:lvl1pPr>
            <a:lvl2pPr algn="l">
              <a:buNone/>
              <a:defRPr sz="1350">
                <a:solidFill>
                  <a:srgbClr val="2D3748"/>
                </a:solidFill>
                <a:latin typeface="Aptos"/>
                <a:ea typeface="Aptos"/>
                <a:cs typeface="Aptos"/>
              </a:defRPr>
            </a:lvl2pPr>
            <a:lvl3pPr algn="l">
              <a:buNone/>
              <a:defRPr sz="1350">
                <a:solidFill>
                  <a:srgbClr val="2D3748"/>
                </a:solidFill>
                <a:latin typeface="Aptos"/>
                <a:ea typeface="Aptos"/>
                <a:cs typeface="Aptos"/>
              </a:defRPr>
            </a:lvl3pPr>
            <a:lvl4pPr algn="l">
              <a:buNone/>
              <a:defRPr sz="1350">
                <a:solidFill>
                  <a:srgbClr val="2D3748"/>
                </a:solidFill>
                <a:latin typeface="Aptos"/>
                <a:ea typeface="Aptos"/>
                <a:cs typeface="Aptos"/>
              </a:defRPr>
            </a:lvl4pPr>
            <a:lvl5pPr algn="l">
              <a:buNone/>
              <a:defRPr sz="1350">
                <a:solidFill>
                  <a:srgbClr val="2D3748"/>
                </a:solidFill>
                <a:latin typeface="Aptos"/>
                <a:ea typeface="Aptos"/>
                <a:cs typeface="Aptos"/>
              </a:defRPr>
            </a:lvl5pPr>
            <a:lvl6pPr algn="l">
              <a:buNone/>
              <a:defRPr sz="1350">
                <a:solidFill>
                  <a:srgbClr val="2D3748"/>
                </a:solidFill>
                <a:latin typeface="Aptos"/>
                <a:ea typeface="Aptos"/>
                <a:cs typeface="Aptos"/>
              </a:defRPr>
            </a:lvl6pPr>
            <a:lvl7pPr algn="l">
              <a:buNone/>
              <a:defRPr sz="1350">
                <a:solidFill>
                  <a:srgbClr val="2D3748"/>
                </a:solidFill>
                <a:latin typeface="Aptos"/>
                <a:ea typeface="Aptos"/>
                <a:cs typeface="Aptos"/>
              </a:defRPr>
            </a:lvl7pPr>
            <a:lvl8pPr algn="l">
              <a:buNone/>
              <a:defRPr sz="1350">
                <a:solidFill>
                  <a:srgbClr val="2D3748"/>
                </a:solidFill>
                <a:latin typeface="Aptos"/>
                <a:ea typeface="Aptos"/>
                <a:cs typeface="Aptos"/>
              </a:defRPr>
            </a:lvl8pPr>
            <a:lvl9pPr algn="l">
              <a:buNone/>
              <a:defRPr sz="1350">
                <a:solidFill>
                  <a:srgbClr val="2D3748"/>
                </a:solidFill>
                <a:latin typeface="Aptos"/>
                <a:ea typeface="Aptos"/>
                <a:cs typeface="Aptos"/>
              </a:defRPr>
            </a:lvl9pPr>
          </a:lstStyle>
          <a:p>
            <a:pPr algn="l">
              <a:lnSpc>
                <a:spcPct val="112000"/>
              </a:lnSpc>
              <a:buNone/>
              <a:defRPr sz="1350">
                <a:solidFill>
                  <a:srgbClr val="2D3748"/>
                </a:solidFill>
                <a:latin typeface="Aptos"/>
                <a:ea typeface="Aptos"/>
                <a:cs typeface="Aptos"/>
              </a:defRPr>
            </a:pPr>
            <a:r>
              <a:rPr lang="vi-VN"/>
              <a:t>Trong phạm vi kiến trúc và cấu hình huấn luyện được khảo sát, kernel 3×3 mang lại sự cân bằng tốt nhất giữa độ chính xác phân loại và độ phức tạp mô hình.</a:t>
            </a:r>
            <a:endParaRPr lang="en-US" sz="1350">
              <a:solidFill>
                <a:srgbClr val="2D3748"/>
              </a:solidFill>
              <a:latin typeface="Aptos"/>
              <a:ea typeface="Aptos"/>
              <a:cs typeface="Aptos"/>
            </a:endParaRPr>
          </a:p>
        </p:txBody>
      </p:sp>
    </p:spTree>
    <p:extLst>
      <p:ext uri="{BB962C8B-B14F-4D97-AF65-F5344CB8AC3E}">
        <p14:creationId xmlns:p14="http://schemas.microsoft.com/office/powerpoint/2010/main" val="3969142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8">
            <a:extLst>
              <a:ext uri="{FF2B5EF4-FFF2-40B4-BE49-F238E27FC236}">
                <a16:creationId xmlns:a16="http://schemas.microsoft.com/office/drawing/2014/main" id="{F01A9149-8F12-4EB0-B220-F1C56036FADC}"/>
              </a:ext>
            </a:extLst>
          </p:cNvPr>
          <p:cNvSpPr>
            <a:spLocks noGrp="1"/>
          </p:cNvSpPr>
          <p:nvPr/>
        </p:nvSpPr>
        <p:spPr>
          <a:xfrm>
            <a:off x="11287125" y="6467475"/>
            <a:ext cx="381000" cy="190500"/>
          </a:xfrm>
          <a:prstGeom prst="rect">
            <a:avLst/>
          </a:prstGeom>
          <a:noFill/>
          <a:ln w="0">
            <a:noFill/>
            <a:prstDash val="solid"/>
          </a:ln>
        </p:spPr>
        <p:txBody>
          <a:bodyPr lIns="0" tIns="0" rIns="0" bIns="0" anchor="ctr">
            <a:normAutofit/>
          </a:bodyPr>
          <a:lstStyle>
            <a:defPPr algn="r">
              <a:defRPr sz="998">
                <a:solidFill>
                  <a:srgbClr val="5F6B7C"/>
                </a:solidFill>
                <a:latin typeface="Aptos"/>
                <a:ea typeface="Aptos"/>
                <a:cs typeface="Aptos"/>
              </a:defRPr>
            </a:defPPr>
            <a:lvl1pPr algn="r">
              <a:buNone/>
              <a:defRPr sz="998">
                <a:solidFill>
                  <a:srgbClr val="5F6B7C"/>
                </a:solidFill>
                <a:latin typeface="Aptos"/>
                <a:ea typeface="Aptos"/>
                <a:cs typeface="Aptos"/>
              </a:defRPr>
            </a:lvl1pPr>
            <a:lvl2pPr algn="r">
              <a:buNone/>
              <a:defRPr sz="998">
                <a:solidFill>
                  <a:srgbClr val="5F6B7C"/>
                </a:solidFill>
                <a:latin typeface="Aptos"/>
                <a:ea typeface="Aptos"/>
                <a:cs typeface="Aptos"/>
              </a:defRPr>
            </a:lvl2pPr>
            <a:lvl3pPr algn="r">
              <a:buNone/>
              <a:defRPr sz="998">
                <a:solidFill>
                  <a:srgbClr val="5F6B7C"/>
                </a:solidFill>
                <a:latin typeface="Aptos"/>
                <a:ea typeface="Aptos"/>
                <a:cs typeface="Aptos"/>
              </a:defRPr>
            </a:lvl3pPr>
            <a:lvl4pPr algn="r">
              <a:buNone/>
              <a:defRPr sz="998">
                <a:solidFill>
                  <a:srgbClr val="5F6B7C"/>
                </a:solidFill>
                <a:latin typeface="Aptos"/>
                <a:ea typeface="Aptos"/>
                <a:cs typeface="Aptos"/>
              </a:defRPr>
            </a:lvl4pPr>
            <a:lvl5pPr algn="r">
              <a:buNone/>
              <a:defRPr sz="998">
                <a:solidFill>
                  <a:srgbClr val="5F6B7C"/>
                </a:solidFill>
                <a:latin typeface="Aptos"/>
                <a:ea typeface="Aptos"/>
                <a:cs typeface="Aptos"/>
              </a:defRPr>
            </a:lvl5pPr>
            <a:lvl6pPr algn="r">
              <a:buNone/>
              <a:defRPr sz="998">
                <a:solidFill>
                  <a:srgbClr val="5F6B7C"/>
                </a:solidFill>
                <a:latin typeface="Aptos"/>
                <a:ea typeface="Aptos"/>
                <a:cs typeface="Aptos"/>
              </a:defRPr>
            </a:lvl6pPr>
            <a:lvl7pPr algn="r">
              <a:buNone/>
              <a:defRPr sz="998">
                <a:solidFill>
                  <a:srgbClr val="5F6B7C"/>
                </a:solidFill>
                <a:latin typeface="Aptos"/>
                <a:ea typeface="Aptos"/>
                <a:cs typeface="Aptos"/>
              </a:defRPr>
            </a:lvl7pPr>
            <a:lvl8pPr algn="r">
              <a:buNone/>
              <a:defRPr sz="998">
                <a:solidFill>
                  <a:srgbClr val="5F6B7C"/>
                </a:solidFill>
                <a:latin typeface="Aptos"/>
                <a:ea typeface="Aptos"/>
                <a:cs typeface="Aptos"/>
              </a:defRPr>
            </a:lvl8pPr>
            <a:lvl9pPr algn="r">
              <a:buNone/>
              <a:defRPr sz="998">
                <a:solidFill>
                  <a:srgbClr val="5F6B7C"/>
                </a:solidFill>
                <a:latin typeface="Aptos"/>
                <a:ea typeface="Aptos"/>
                <a:cs typeface="Aptos"/>
              </a:defRPr>
            </a:lvl9pPr>
          </a:lstStyle>
          <a:p>
            <a:pPr algn="r">
              <a:buNone/>
              <a:defRPr sz="998">
                <a:solidFill>
                  <a:srgbClr val="5F6B7C"/>
                </a:solidFill>
                <a:latin typeface="Aptos"/>
                <a:ea typeface="Aptos"/>
                <a:cs typeface="Aptos"/>
              </a:defRPr>
            </a:pPr>
            <a:r>
              <a:rPr sz="998">
                <a:solidFill>
                  <a:srgbClr val="5F6B7C"/>
                </a:solidFill>
                <a:latin typeface="Aptos"/>
                <a:ea typeface="Aptos"/>
                <a:cs typeface="Aptos"/>
              </a:rPr>
              <a:t>8</a:t>
            </a:r>
          </a:p>
        </p:txBody>
      </p:sp>
      <p:pic>
        <p:nvPicPr>
          <p:cNvPr id="2" name="Picture 1">
            <a:extLst>
              <a:ext uri="{FF2B5EF4-FFF2-40B4-BE49-F238E27FC236}">
                <a16:creationId xmlns:a16="http://schemas.microsoft.com/office/drawing/2014/main" id="{41401B73-272F-8875-428D-72A8730176ED}"/>
              </a:ext>
            </a:extLst>
          </p:cNvPr>
          <p:cNvPicPr>
            <a:picLocks noChangeAspect="1"/>
          </p:cNvPicPr>
          <p:nvPr/>
        </p:nvPicPr>
        <p:blipFill>
          <a:blip r:embed="rId3"/>
          <a:stretch>
            <a:fillRect/>
          </a:stretch>
        </p:blipFill>
        <p:spPr>
          <a:xfrm>
            <a:off x="345440" y="210820"/>
            <a:ext cx="11318240" cy="6446520"/>
          </a:xfrm>
          <a:prstGeom prst="rect">
            <a:avLst/>
          </a:prstGeom>
        </p:spPr>
      </p:pic>
    </p:spTree>
    <p:extLst>
      <p:ext uri="{BB962C8B-B14F-4D97-AF65-F5344CB8AC3E}">
        <p14:creationId xmlns:p14="http://schemas.microsoft.com/office/powerpoint/2010/main" val="33734947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BC42CFF30DAD49AD9447EB755AC427" ma:contentTypeVersion="14" ma:contentTypeDescription="Create a new document." ma:contentTypeScope="" ma:versionID="641d0b2e05b72f952038f01b648e14dc">
  <xsd:schema xmlns:xsd="http://www.w3.org/2001/XMLSchema" xmlns:xs="http://www.w3.org/2001/XMLSchema" xmlns:p="http://schemas.microsoft.com/office/2006/metadata/properties" xmlns:ns3="87ded781-2f94-4d69-8848-7c5557f2fdca" xmlns:ns4="202f4e8f-c48c-4b0b-bcd7-92131988e5db" targetNamespace="http://schemas.microsoft.com/office/2006/metadata/properties" ma:root="true" ma:fieldsID="4a6b10c47b9bd932eea76c86d98a9351" ns3:_="" ns4:_="">
    <xsd:import namespace="87ded781-2f94-4d69-8848-7c5557f2fdca"/>
    <xsd:import namespace="202f4e8f-c48c-4b0b-bcd7-92131988e5d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ed781-2f94-4d69-8848-7c5557f2f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f4e8f-c48c-4b0b-bcd7-92131988e5db"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87ded781-2f94-4d69-8848-7c5557f2fdc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D582C9-BFE0-4258-B9C7-1A73B17B185B}">
  <ds:schemaRefs>
    <ds:schemaRef ds:uri="202f4e8f-c48c-4b0b-bcd7-92131988e5db"/>
    <ds:schemaRef ds:uri="87ded781-2f94-4d69-8848-7c5557f2fd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49AACBC-6D13-43E8-9F88-8F189C49016A}">
  <ds:schemaRefs>
    <ds:schemaRef ds:uri="http://schemas.microsoft.com/office/infopath/2007/PartnerControls"/>
    <ds:schemaRef ds:uri="http://purl.org/dc/terms/"/>
    <ds:schemaRef ds:uri="http://schemas.microsoft.com/office/2006/documentManagement/types"/>
    <ds:schemaRef ds:uri="87ded781-2f94-4d69-8848-7c5557f2fdca"/>
    <ds:schemaRef ds:uri="http://purl.org/dc/dcmitype/"/>
    <ds:schemaRef ds:uri="http://www.w3.org/XML/1998/namespace"/>
    <ds:schemaRef ds:uri="202f4e8f-c48c-4b0b-bcd7-92131988e5db"/>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464E2096-68AD-4F65-991C-F92C36F3BB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1099</Words>
  <Application>Microsoft Office PowerPoint</Application>
  <PresentationFormat>Widescreen</PresentationFormat>
  <Paragraphs>135</Paragraphs>
  <Slides>23</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Calibri (Body)</vt:lpstr>
      <vt:lpstr>Times New Roman</vt:lpstr>
      <vt:lpstr>Wingdings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Nguyễn Ái Chinh</cp:lastModifiedBy>
  <cp:revision>1</cp:revision>
  <dcterms:created xsi:type="dcterms:W3CDTF">2026-10-28T11:54:01Z</dcterms:created>
  <dcterms:modified xsi:type="dcterms:W3CDTF">2026-10-29T02:27:04Z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0x01010043BC42CFF30DAD49AD9447EB755AC427</vt:lpwstr>
  </property>
</Properties>
</file>